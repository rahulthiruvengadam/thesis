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3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4"/>
    <p:sldMasterId id="2147483734" r:id="rId5"/>
    <p:sldMasterId id="2147483668" r:id="rId6"/>
    <p:sldMasterId id="2147483685" r:id="rId7"/>
  </p:sldMasterIdLst>
  <p:notesMasterIdLst>
    <p:notesMasterId r:id="rId16"/>
  </p:notesMasterIdLst>
  <p:handoutMasterIdLst>
    <p:handoutMasterId r:id="rId17"/>
  </p:handoutMasterIdLst>
  <p:sldIdLst>
    <p:sldId id="257" r:id="rId8"/>
    <p:sldId id="283" r:id="rId9"/>
    <p:sldId id="284" r:id="rId10"/>
    <p:sldId id="285" r:id="rId11"/>
    <p:sldId id="286" r:id="rId12"/>
    <p:sldId id="287" r:id="rId13"/>
    <p:sldId id="288" r:id="rId14"/>
    <p:sldId id="262" r:id="rId15"/>
  </p:sldIdLst>
  <p:sldSz cx="12192000" cy="6858000"/>
  <p:notesSz cx="6858000" cy="9144000"/>
  <p:embeddedFontLs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Semibold" panose="020B0706030804020204" pitchFamily="34" charset="0"/>
      <p:bold r:id="rId22"/>
      <p:boldItalic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erhard Lerch" initials="GL" lastIdx="35" clrIdx="0">
    <p:extLst>
      <p:ext uri="{19B8F6BF-5375-455C-9EA6-DF929625EA0E}">
        <p15:presenceInfo xmlns:p15="http://schemas.microsoft.com/office/powerpoint/2012/main" userId="Gerhard Lerch" providerId="None"/>
      </p:ext>
    </p:extLst>
  </p:cmAuthor>
  <p:cmAuthor id="2" name="Nikolas Klauser" initials="NK" lastIdx="5" clrIdx="1">
    <p:extLst>
      <p:ext uri="{19B8F6BF-5375-455C-9EA6-DF929625EA0E}">
        <p15:presenceInfo xmlns:p15="http://schemas.microsoft.com/office/powerpoint/2012/main" userId="6f5b20237fbf3989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61A27"/>
    <a:srgbClr val="E0AEAF"/>
    <a:srgbClr val="C519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8A9291-5C7E-113F-E1CB-3131303D9FA1}" v="2" dt="2024-07-04T04:18:10.28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-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font" Target="fonts/font4.fntdata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handoutMaster" Target="handoutMasters/handoutMaster1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3.xml"/><Relationship Id="rId19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font" Target="fonts/font5.fntdata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ul Thiruvengadam" userId="S::rahulthiru@live.uni-koblenz.de::c1fae219-f0ea-4e5f-8a4c-92589de74835" providerId="AD" clId="Web-{D8B068CE-E4DB-8219-18EB-127F96432FFA}"/>
    <pc:docChg chg="modSld">
      <pc:chgData name="Rahul Thiruvengadam" userId="S::rahulthiru@live.uni-koblenz.de::c1fae219-f0ea-4e5f-8a4c-92589de74835" providerId="AD" clId="Web-{D8B068CE-E4DB-8219-18EB-127F96432FFA}" dt="2024-05-05T09:55:19.461" v="15" actId="20577"/>
      <pc:docMkLst>
        <pc:docMk/>
      </pc:docMkLst>
      <pc:sldChg chg="modSp">
        <pc:chgData name="Rahul Thiruvengadam" userId="S::rahulthiru@live.uni-koblenz.de::c1fae219-f0ea-4e5f-8a4c-92589de74835" providerId="AD" clId="Web-{D8B068CE-E4DB-8219-18EB-127F96432FFA}" dt="2024-05-04T09:44:56.477" v="0" actId="20577"/>
        <pc:sldMkLst>
          <pc:docMk/>
          <pc:sldMk cId="4072374970" sldId="284"/>
        </pc:sldMkLst>
        <pc:spChg chg="mod">
          <ac:chgData name="Rahul Thiruvengadam" userId="S::rahulthiru@live.uni-koblenz.de::c1fae219-f0ea-4e5f-8a4c-92589de74835" providerId="AD" clId="Web-{D8B068CE-E4DB-8219-18EB-127F96432FFA}" dt="2024-05-04T09:44:56.477" v="0" actId="20577"/>
          <ac:spMkLst>
            <pc:docMk/>
            <pc:sldMk cId="4072374970" sldId="284"/>
            <ac:spMk id="4" creationId="{45A218B3-6979-F7A8-154A-D7A8CE7F0AB6}"/>
          </ac:spMkLst>
        </pc:spChg>
      </pc:sldChg>
      <pc:sldChg chg="modSp">
        <pc:chgData name="Rahul Thiruvengadam" userId="S::rahulthiru@live.uni-koblenz.de::c1fae219-f0ea-4e5f-8a4c-92589de74835" providerId="AD" clId="Web-{D8B068CE-E4DB-8219-18EB-127F96432FFA}" dt="2024-05-05T09:36:47.705" v="13" actId="20577"/>
        <pc:sldMkLst>
          <pc:docMk/>
          <pc:sldMk cId="3781352169" sldId="285"/>
        </pc:sldMkLst>
        <pc:spChg chg="mod">
          <ac:chgData name="Rahul Thiruvengadam" userId="S::rahulthiru@live.uni-koblenz.de::c1fae219-f0ea-4e5f-8a4c-92589de74835" providerId="AD" clId="Web-{D8B068CE-E4DB-8219-18EB-127F96432FFA}" dt="2024-05-05T09:36:47.705" v="13" actId="20577"/>
          <ac:spMkLst>
            <pc:docMk/>
            <pc:sldMk cId="3781352169" sldId="285"/>
            <ac:spMk id="4" creationId="{71314736-14E2-8053-C631-0CBCD907328A}"/>
          </ac:spMkLst>
        </pc:spChg>
      </pc:sldChg>
      <pc:sldChg chg="modSp">
        <pc:chgData name="Rahul Thiruvengadam" userId="S::rahulthiru@live.uni-koblenz.de::c1fae219-f0ea-4e5f-8a4c-92589de74835" providerId="AD" clId="Web-{D8B068CE-E4DB-8219-18EB-127F96432FFA}" dt="2024-05-05T09:55:19.461" v="15" actId="20577"/>
        <pc:sldMkLst>
          <pc:docMk/>
          <pc:sldMk cId="1673510026" sldId="286"/>
        </pc:sldMkLst>
        <pc:spChg chg="mod">
          <ac:chgData name="Rahul Thiruvengadam" userId="S::rahulthiru@live.uni-koblenz.de::c1fae219-f0ea-4e5f-8a4c-92589de74835" providerId="AD" clId="Web-{D8B068CE-E4DB-8219-18EB-127F96432FFA}" dt="2024-05-05T09:55:19.461" v="15" actId="20577"/>
          <ac:spMkLst>
            <pc:docMk/>
            <pc:sldMk cId="1673510026" sldId="286"/>
            <ac:spMk id="4" creationId="{A42C254C-09A8-9759-E049-C9C9F44F9792}"/>
          </ac:spMkLst>
        </pc:spChg>
      </pc:sldChg>
    </pc:docChg>
  </pc:docChgLst>
  <pc:docChgLst>
    <pc:chgData name="Rahul Thiruvengadam" userId="S::rahulthiru@live.uni-koblenz.de::c1fae219-f0ea-4e5f-8a4c-92589de74835" providerId="AD" clId="Web-{E58A9291-5C7E-113F-E1CB-3131303D9FA1}"/>
    <pc:docChg chg="modSld">
      <pc:chgData name="Rahul Thiruvengadam" userId="S::rahulthiru@live.uni-koblenz.de::c1fae219-f0ea-4e5f-8a4c-92589de74835" providerId="AD" clId="Web-{E58A9291-5C7E-113F-E1CB-3131303D9FA1}" dt="2024-07-04T04:18:10.287" v="1" actId="1076"/>
      <pc:docMkLst>
        <pc:docMk/>
      </pc:docMkLst>
      <pc:sldChg chg="modSp">
        <pc:chgData name="Rahul Thiruvengadam" userId="S::rahulthiru@live.uni-koblenz.de::c1fae219-f0ea-4e5f-8a4c-92589de74835" providerId="AD" clId="Web-{E58A9291-5C7E-113F-E1CB-3131303D9FA1}" dt="2024-07-04T04:18:10.287" v="1" actId="1076"/>
        <pc:sldMkLst>
          <pc:docMk/>
          <pc:sldMk cId="394032729" sldId="287"/>
        </pc:sldMkLst>
        <pc:spChg chg="mod">
          <ac:chgData name="Rahul Thiruvengadam" userId="S::rahulthiru@live.uni-koblenz.de::c1fae219-f0ea-4e5f-8a4c-92589de74835" providerId="AD" clId="Web-{E58A9291-5C7E-113F-E1CB-3131303D9FA1}" dt="2024-07-04T04:18:10.287" v="1" actId="1076"/>
          <ac:spMkLst>
            <pc:docMk/>
            <pc:sldMk cId="394032729" sldId="287"/>
            <ac:spMk id="8" creationId="{6F5447BD-5D97-8FEF-E6E1-1BFBB2C7563D}"/>
          </ac:spMkLst>
        </pc:spChg>
      </pc:sldChg>
    </pc:docChg>
  </pc:docChgLst>
  <pc:docChgLst>
    <pc:chgData name="Rahul Thiruvengadam" userId="c1fae219-f0ea-4e5f-8a4c-92589de74835" providerId="ADAL" clId="{0C132865-10C1-4551-96CD-27CBC57CF2C8}"/>
    <pc:docChg chg="undo custSel modSld">
      <pc:chgData name="Rahul Thiruvengadam" userId="c1fae219-f0ea-4e5f-8a4c-92589de74835" providerId="ADAL" clId="{0C132865-10C1-4551-96CD-27CBC57CF2C8}" dt="2024-02-27T10:55:08.094" v="4042" actId="113"/>
      <pc:docMkLst>
        <pc:docMk/>
      </pc:docMkLst>
      <pc:sldChg chg="modNotesTx">
        <pc:chgData name="Rahul Thiruvengadam" userId="c1fae219-f0ea-4e5f-8a4c-92589de74835" providerId="ADAL" clId="{0C132865-10C1-4551-96CD-27CBC57CF2C8}" dt="2024-02-27T10:55:08.094" v="4042" actId="113"/>
        <pc:sldMkLst>
          <pc:docMk/>
          <pc:sldMk cId="886287227" sldId="258"/>
        </pc:sldMkLst>
      </pc:sldChg>
      <pc:sldChg chg="modNotesTx">
        <pc:chgData name="Rahul Thiruvengadam" userId="c1fae219-f0ea-4e5f-8a4c-92589de74835" providerId="ADAL" clId="{0C132865-10C1-4551-96CD-27CBC57CF2C8}" dt="2024-02-27T10:35:59.417" v="3599" actId="20577"/>
        <pc:sldMkLst>
          <pc:docMk/>
          <pc:sldMk cId="1231448966" sldId="269"/>
        </pc:sldMkLst>
      </pc:sldChg>
      <pc:sldChg chg="modNotesTx">
        <pc:chgData name="Rahul Thiruvengadam" userId="c1fae219-f0ea-4e5f-8a4c-92589de74835" providerId="ADAL" clId="{0C132865-10C1-4551-96CD-27CBC57CF2C8}" dt="2024-02-27T10:18:29.926" v="3220" actId="20577"/>
        <pc:sldMkLst>
          <pc:docMk/>
          <pc:sldMk cId="3558039730" sldId="270"/>
        </pc:sldMkLst>
      </pc:sldChg>
      <pc:sldChg chg="modNotesTx">
        <pc:chgData name="Rahul Thiruvengadam" userId="c1fae219-f0ea-4e5f-8a4c-92589de74835" providerId="ADAL" clId="{0C132865-10C1-4551-96CD-27CBC57CF2C8}" dt="2024-02-27T09:51:42.508" v="2354" actId="20577"/>
        <pc:sldMkLst>
          <pc:docMk/>
          <pc:sldMk cId="1139914796" sldId="271"/>
        </pc:sldMkLst>
      </pc:sldChg>
      <pc:sldChg chg="modNotesTx">
        <pc:chgData name="Rahul Thiruvengadam" userId="c1fae219-f0ea-4e5f-8a4c-92589de74835" providerId="ADAL" clId="{0C132865-10C1-4551-96CD-27CBC57CF2C8}" dt="2024-02-27T10:24:37.359" v="3275" actId="20577"/>
        <pc:sldMkLst>
          <pc:docMk/>
          <pc:sldMk cId="2530734120" sldId="281"/>
        </pc:sldMkLst>
      </pc:sldChg>
      <pc:sldChg chg="modSp mod modNotesTx">
        <pc:chgData name="Rahul Thiruvengadam" userId="c1fae219-f0ea-4e5f-8a4c-92589de74835" providerId="ADAL" clId="{0C132865-10C1-4551-96CD-27CBC57CF2C8}" dt="2024-02-27T10:48:54.836" v="3811"/>
        <pc:sldMkLst>
          <pc:docMk/>
          <pc:sldMk cId="1958450970" sldId="282"/>
        </pc:sldMkLst>
        <pc:spChg chg="mod">
          <ac:chgData name="Rahul Thiruvengadam" userId="c1fae219-f0ea-4e5f-8a4c-92589de74835" providerId="ADAL" clId="{0C132865-10C1-4551-96CD-27CBC57CF2C8}" dt="2024-02-27T10:40:33.547" v="3748" actId="20577"/>
          <ac:spMkLst>
            <pc:docMk/>
            <pc:sldMk cId="1958450970" sldId="282"/>
            <ac:spMk id="12" creationId="{8482FA63-FBA2-6F11-3D6F-F369ED5AD5C3}"/>
          </ac:spMkLst>
        </pc:spChg>
      </pc:sldChg>
    </pc:docChg>
  </pc:docChgLst>
  <pc:docChgLst>
    <pc:chgData name="Rahul Thiruvengadam" userId="S::rahulthiru@live.uni-koblenz.de::c1fae219-f0ea-4e5f-8a4c-92589de74835" providerId="AD" clId="Web-{3DA67C0A-9381-5395-963F-8CC86302B482}"/>
    <pc:docChg chg="modSld">
      <pc:chgData name="Rahul Thiruvengadam" userId="S::rahulthiru@live.uni-koblenz.de::c1fae219-f0ea-4e5f-8a4c-92589de74835" providerId="AD" clId="Web-{3DA67C0A-9381-5395-963F-8CC86302B482}" dt="2024-05-07T10:16:55.532" v="2" actId="20577"/>
      <pc:docMkLst>
        <pc:docMk/>
      </pc:docMkLst>
      <pc:sldChg chg="modSp">
        <pc:chgData name="Rahul Thiruvengadam" userId="S::rahulthiru@live.uni-koblenz.de::c1fae219-f0ea-4e5f-8a4c-92589de74835" providerId="AD" clId="Web-{3DA67C0A-9381-5395-963F-8CC86302B482}" dt="2024-05-07T10:16:13.704" v="0" actId="20577"/>
        <pc:sldMkLst>
          <pc:docMk/>
          <pc:sldMk cId="3781352169" sldId="285"/>
        </pc:sldMkLst>
        <pc:spChg chg="mod">
          <ac:chgData name="Rahul Thiruvengadam" userId="S::rahulthiru@live.uni-koblenz.de::c1fae219-f0ea-4e5f-8a4c-92589de74835" providerId="AD" clId="Web-{3DA67C0A-9381-5395-963F-8CC86302B482}" dt="2024-05-07T10:16:13.704" v="0" actId="20577"/>
          <ac:spMkLst>
            <pc:docMk/>
            <pc:sldMk cId="3781352169" sldId="285"/>
            <ac:spMk id="4" creationId="{71314736-14E2-8053-C631-0CBCD907328A}"/>
          </ac:spMkLst>
        </pc:spChg>
      </pc:sldChg>
      <pc:sldChg chg="modSp">
        <pc:chgData name="Rahul Thiruvengadam" userId="S::rahulthiru@live.uni-koblenz.de::c1fae219-f0ea-4e5f-8a4c-92589de74835" providerId="AD" clId="Web-{3DA67C0A-9381-5395-963F-8CC86302B482}" dt="2024-05-07T10:16:55.532" v="2" actId="20577"/>
        <pc:sldMkLst>
          <pc:docMk/>
          <pc:sldMk cId="394032729" sldId="287"/>
        </pc:sldMkLst>
        <pc:spChg chg="mod">
          <ac:chgData name="Rahul Thiruvengadam" userId="S::rahulthiru@live.uni-koblenz.de::c1fae219-f0ea-4e5f-8a4c-92589de74835" providerId="AD" clId="Web-{3DA67C0A-9381-5395-963F-8CC86302B482}" dt="2024-05-07T10:16:55.532" v="2" actId="20577"/>
          <ac:spMkLst>
            <pc:docMk/>
            <pc:sldMk cId="394032729" sldId="287"/>
            <ac:spMk id="8" creationId="{6F5447BD-5D97-8FEF-E6E1-1BFBB2C7563D}"/>
          </ac:spMkLst>
        </pc:spChg>
      </pc:sldChg>
    </pc:docChg>
  </pc:docChgLst>
  <pc:docChgLst>
    <pc:chgData name="Rahul Thiruvengadam" userId="c1fae219-f0ea-4e5f-8a4c-92589de74835" providerId="ADAL" clId="{85EE9FB1-312B-5845-8BE1-064C7ECB3839}"/>
    <pc:docChg chg="modSld">
      <pc:chgData name="Rahul Thiruvengadam" userId="c1fae219-f0ea-4e5f-8a4c-92589de74835" providerId="ADAL" clId="{85EE9FB1-312B-5845-8BE1-064C7ECB3839}" dt="2024-02-27T12:03:48.210" v="0" actId="20577"/>
      <pc:docMkLst>
        <pc:docMk/>
      </pc:docMkLst>
      <pc:sldChg chg="modNotesTx">
        <pc:chgData name="Rahul Thiruvengadam" userId="c1fae219-f0ea-4e5f-8a4c-92589de74835" providerId="ADAL" clId="{85EE9FB1-312B-5845-8BE1-064C7ECB3839}" dt="2024-02-27T12:03:48.210" v="0" actId="20577"/>
        <pc:sldMkLst>
          <pc:docMk/>
          <pc:sldMk cId="2943928763" sldId="28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Search Results before</a:t>
            </a:r>
            <a:r>
              <a:rPr lang="en-US" baseline="0" dirty="0"/>
              <a:t> and after applying filters</a:t>
            </a:r>
            <a:r>
              <a:rPr lang="en-US" dirty="0"/>
              <a:t>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Intial 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IEEE</c:v>
                </c:pt>
                <c:pt idx="1">
                  <c:v>Springer </c:v>
                </c:pt>
                <c:pt idx="2">
                  <c:v>ACM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539</c:v>
                </c:pt>
                <c:pt idx="1">
                  <c:v>5887</c:v>
                </c:pt>
                <c:pt idx="2">
                  <c:v>531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877-43A6-A97F-3FE79475D0E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Filters 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IEEE</c:v>
                </c:pt>
                <c:pt idx="1">
                  <c:v>Springer </c:v>
                </c:pt>
                <c:pt idx="2">
                  <c:v>ACM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57</c:v>
                </c:pt>
                <c:pt idx="1">
                  <c:v>28</c:v>
                </c:pt>
                <c:pt idx="2">
                  <c:v>409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877-43A6-A97F-3FE79475D0E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Column1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3"/>
                <c:pt idx="0">
                  <c:v>IEEE</c:v>
                </c:pt>
                <c:pt idx="1">
                  <c:v>Springer </c:v>
                </c:pt>
                <c:pt idx="2">
                  <c:v>ACM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</c:numCache>
            </c:numRef>
          </c:val>
          <c:extLst>
            <c:ext xmlns:c16="http://schemas.microsoft.com/office/drawing/2014/chart" uri="{C3380CC4-5D6E-409C-BE32-E72D297353CC}">
              <c16:uniqueId val="{00000002-4877-43A6-A97F-3FE79475D0E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508421464"/>
        <c:axId val="508417864"/>
      </c:barChart>
      <c:catAx>
        <c:axId val="50842146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417864"/>
        <c:crosses val="autoZero"/>
        <c:auto val="1"/>
        <c:lblAlgn val="ctr"/>
        <c:lblOffset val="100"/>
        <c:noMultiLvlLbl val="0"/>
      </c:catAx>
      <c:valAx>
        <c:axId val="5084178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0842146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2"/>
        <c:delete val="1"/>
      </c:legendEntry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Distribution of</a:t>
            </a:r>
            <a:r>
              <a:rPr lang="en-US" baseline="0" dirty="0"/>
              <a:t> relevant documents on each database 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FED-48F9-9897-F70DE821873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FED-48F9-9897-F70DE821873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FED-48F9-9897-F70DE8218735}"/>
              </c:ext>
            </c:extLst>
          </c:dPt>
          <c:cat>
            <c:strRef>
              <c:f>Sheet1!$A$2:$A$4</c:f>
              <c:strCache>
                <c:ptCount val="3"/>
                <c:pt idx="0">
                  <c:v>IEEE</c:v>
                </c:pt>
                <c:pt idx="1">
                  <c:v>ACM</c:v>
                </c:pt>
                <c:pt idx="2">
                  <c:v>Springer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</c:v>
                </c:pt>
                <c:pt idx="1">
                  <c:v>42</c:v>
                </c:pt>
                <c:pt idx="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FED-48F9-9897-F70DE82187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4AA6D-DD87-4745-A551-2B32387146DD}" type="datetime4">
              <a:rPr lang="de-DE" smtClean="0">
                <a:latin typeface="Open Sans" panose="020B0606030504020204" pitchFamily="34" charset="0"/>
              </a:rPr>
              <a:t>3. Juli 2024</a:t>
            </a:fld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>
              <a:latin typeface="Open Sans" panose="020B0606030504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EB1EB1-4680-4132-B876-108EF4BDB3D1}" type="slidenum">
              <a:rPr lang="en-US" smtClean="0">
                <a:latin typeface="Open Sans" panose="020B0606030504020204" pitchFamily="34" charset="0"/>
              </a:rPr>
              <a:t>‹#›</a:t>
            </a:fld>
            <a:endParaRPr lang="en-US"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7945377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3DEA87-7826-2041-8692-FAD7D18CC24F}" type="datetime4">
              <a:rPr lang="de-DE" smtClean="0"/>
              <a:t>3. Juli 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74A5CD-718D-E149-8B3E-0E74E0E018B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09196071"/>
      </p:ext>
    </p:extLst>
  </p:cSld>
  <p:clrMap bg1="lt1" tx1="dk1" bg2="lt2" tx2="dk2" accent1="accent1" accent2="accent2" accent3="accent3" accent4="accent4" accent5="accent5" accent6="accent6" hlink="hlink" folHlink="folHlink"/>
  <p:hf hd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Good Morning Everyone and thank you for joining today’s call. I’m pitching my proposal for a thesis on supporting the specification of fairness requirements under Dr. </a:t>
            </a:r>
            <a:r>
              <a:rPr lang="en-US" err="1"/>
              <a:t>Qusai</a:t>
            </a:r>
            <a:r>
              <a:rPr lang="en-US"/>
              <a:t> Ramadan.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453DEA87-7826-2041-8692-FAD7D18CC24F}" type="datetime4">
              <a:rPr lang="de-DE" smtClean="0"/>
              <a:t>3. Juli 2024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774A5CD-718D-E149-8B3E-0E74E0E018BA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9069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links &amp; 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6C7C7763-8DF4-6840-95FF-985F46830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108207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5" name="Bildplatzhalter 4">
            <a:extLst>
              <a:ext uri="{FF2B5EF4-FFF2-40B4-BE49-F238E27FC236}">
                <a16:creationId xmlns:a16="http://schemas.microsoft.com/office/drawing/2014/main" id="{7CD30468-F47E-9C4E-8CF8-B3D7CCE3E86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67109" y="1468390"/>
            <a:ext cx="4419600" cy="294592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B40AB097-05CE-534C-8D30-B1FE13B73F8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533" y="4569876"/>
            <a:ext cx="4419600" cy="552450"/>
          </a:xfrm>
          <a:prstGeom prst="rect">
            <a:avLst/>
          </a:prstGeom>
        </p:spPr>
        <p:txBody>
          <a:bodyPr/>
          <a:lstStyle>
            <a:lvl1pPr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pPr lvl="0"/>
            <a:r>
              <a:rPr lang="de-DE"/>
              <a:t>Bildunterschrift</a:t>
            </a:r>
          </a:p>
        </p:txBody>
      </p:sp>
      <p:sp>
        <p:nvSpPr>
          <p:cNvPr id="10" name="Textplatzhalter 8">
            <a:extLst>
              <a:ext uri="{FF2B5EF4-FFF2-40B4-BE49-F238E27FC236}">
                <a16:creationId xmlns:a16="http://schemas.microsoft.com/office/drawing/2014/main" id="{53AE7DE7-D838-7945-87DF-7230170374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33395" y="1468392"/>
            <a:ext cx="5725583" cy="294591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Wingdings" pitchFamily="2" charset="2"/>
              <a:buChar char="§"/>
              <a:defRPr sz="1800">
                <a:latin typeface="+mn-lt"/>
              </a:defRPr>
            </a:lvl1pPr>
            <a:lvl2pPr marL="6286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Wingdings" pitchFamily="2" charset="2"/>
              <a:buChar char="§"/>
              <a:defRPr sz="1600">
                <a:latin typeface="+mn-lt"/>
              </a:defRPr>
            </a:lvl2pPr>
            <a:lvl3pPr marL="971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accent1"/>
              </a:buClr>
              <a:buFont typeface="Wingdings" pitchFamily="2" charset="2"/>
              <a:buChar char="§"/>
              <a:defRPr sz="1400">
                <a:latin typeface="+mn-lt"/>
              </a:defRPr>
            </a:lvl3pPr>
            <a:lvl4pPr marL="1028700" indent="0">
              <a:lnSpc>
                <a:spcPct val="100000"/>
              </a:lnSpc>
              <a:buClr>
                <a:schemeClr val="accent1"/>
              </a:buClr>
              <a:buNone/>
              <a:defRPr>
                <a:latin typeface="+mn-lt"/>
              </a:defRPr>
            </a:lvl4pPr>
            <a:lvl5pPr>
              <a:lnSpc>
                <a:spcPct val="100000"/>
              </a:lnSpc>
              <a:buClr>
                <a:schemeClr val="accent1"/>
              </a:buClr>
              <a:defRPr>
                <a:latin typeface="+mn-lt"/>
              </a:defRPr>
            </a:lvl5pPr>
          </a:lstStyle>
          <a:p>
            <a:pPr lvl="0"/>
            <a:r>
              <a:rPr lang="de-DE"/>
              <a:t>Bullet Point 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Erste Ebene</a:t>
            </a:r>
          </a:p>
        </p:txBody>
      </p:sp>
    </p:spTree>
    <p:extLst>
      <p:ext uri="{BB962C8B-B14F-4D97-AF65-F5344CB8AC3E}">
        <p14:creationId xmlns:p14="http://schemas.microsoft.com/office/powerpoint/2010/main" val="29287442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>
            <a:extLst>
              <a:ext uri="{FF2B5EF4-FFF2-40B4-BE49-F238E27FC236}">
                <a16:creationId xmlns:a16="http://schemas.microsoft.com/office/drawing/2014/main" id="{55A12D5E-730F-5D40-8D13-E7629A52EB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985208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7" name="Textplatzhalter 9">
            <a:extLst>
              <a:ext uri="{FF2B5EF4-FFF2-40B4-BE49-F238E27FC236}">
                <a16:creationId xmlns:a16="http://schemas.microsoft.com/office/drawing/2014/main" id="{7D725A4F-E261-4A03-A996-197E2AC041A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444" y="1461600"/>
            <a:ext cx="10515600" cy="60801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 sz="1800" b="0" i="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ipsum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consectetuer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8" name="Textplatzhalter 17">
            <a:extLst>
              <a:ext uri="{FF2B5EF4-FFF2-40B4-BE49-F238E27FC236}">
                <a16:creationId xmlns:a16="http://schemas.microsoft.com/office/drawing/2014/main" id="{99BE3E5E-5580-476D-A89E-C096333C3F3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533" y="2155825"/>
            <a:ext cx="10515511" cy="3427942"/>
          </a:xfrm>
          <a:prstGeom prst="rect">
            <a:avLst/>
          </a:prstGeom>
        </p:spPr>
        <p:txBody>
          <a:bodyPr/>
          <a:lstStyle>
            <a:lvl1pPr marL="400050" marR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  <a:defRPr sz="18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514350" marR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  <a:defRPr sz="16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857250" marR="0" indent="-17145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50" marR="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Bullet Point 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Erste Ebene</a:t>
            </a:r>
          </a:p>
          <a:p>
            <a:pPr lvl="0"/>
            <a:endParaRPr lang="de-DE"/>
          </a:p>
          <a:p>
            <a:pPr lvl="2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33725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el 1">
            <a:extLst>
              <a:ext uri="{FF2B5EF4-FFF2-40B4-BE49-F238E27FC236}">
                <a16:creationId xmlns:a16="http://schemas.microsoft.com/office/drawing/2014/main" id="{D977BE81-8F9C-044E-A0A2-A10F8E26D6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29"/>
            <a:ext cx="10515600" cy="432894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/>
              <a:t>Titel durch Klicken bearbeiten</a:t>
            </a:r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E8BCE6B5-41F4-8949-8F1E-1EA2FDCC93E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6444" y="839189"/>
            <a:ext cx="10515600" cy="608012"/>
          </a:xfrm>
          <a:prstGeom prst="rect">
            <a:avLst/>
          </a:prstGeom>
        </p:spPr>
        <p:txBody>
          <a:bodyPr/>
          <a:lstStyle>
            <a:lvl1pPr>
              <a:defRPr sz="2000" b="1" i="0">
                <a:latin typeface="+mn-lt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de-DE" sz="2400" b="1" i="0">
                <a:solidFill>
                  <a:schemeClr val="tx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rPr>
              <a:t>Unterüberschrift</a:t>
            </a:r>
            <a:endParaRPr lang="de-DE"/>
          </a:p>
        </p:txBody>
      </p:sp>
      <p:sp>
        <p:nvSpPr>
          <p:cNvPr id="12" name="Textplatzhalter 9">
            <a:extLst>
              <a:ext uri="{FF2B5EF4-FFF2-40B4-BE49-F238E27FC236}">
                <a16:creationId xmlns:a16="http://schemas.microsoft.com/office/drawing/2014/main" id="{F7AED834-9F86-6F41-A6E2-417481696E7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6444" y="1461600"/>
            <a:ext cx="10515600" cy="608012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 sz="1800" b="0" i="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Lorem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ipsum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dolor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sit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amet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consectetuer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adipiscing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kumimoji="0" lang="de-DE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elit</a:t>
            </a: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.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2913394F-6ED5-445A-A496-2A071ACFDF1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46711" y="2155824"/>
            <a:ext cx="4995333" cy="3430838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GB"/>
              <a:t>Click icon to add picture</a:t>
            </a:r>
            <a:endParaRPr lang="de-DE"/>
          </a:p>
        </p:txBody>
      </p:sp>
      <p:sp>
        <p:nvSpPr>
          <p:cNvPr id="9" name="Textplatzhalter 17">
            <a:extLst>
              <a:ext uri="{FF2B5EF4-FFF2-40B4-BE49-F238E27FC236}">
                <a16:creationId xmlns:a16="http://schemas.microsoft.com/office/drawing/2014/main" id="{036AD2F9-D38E-4A69-8535-65E6817CCC7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533" y="2155826"/>
            <a:ext cx="5164667" cy="3430837"/>
          </a:xfrm>
          <a:prstGeom prst="rect">
            <a:avLst/>
          </a:prstGeom>
        </p:spPr>
        <p:txBody>
          <a:bodyPr/>
          <a:lstStyle>
            <a:lvl1pPr marL="284400" marR="0" indent="-2844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  <a:defRPr sz="18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30000" marR="0" indent="-28440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anose="05000000000000000000" pitchFamily="2" charset="2"/>
              <a:buChar char="§"/>
              <a:tabLst/>
              <a:defRPr sz="16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72000" marR="0" indent="-28440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50" marR="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Bullet Point 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Erste Ebene</a:t>
            </a:r>
          </a:p>
          <a:p>
            <a:pPr lvl="0"/>
            <a:endParaRPr lang="de-DE"/>
          </a:p>
          <a:p>
            <a:pPr lvl="2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3500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28355BED-4E30-D342-8C2B-2461AAC9B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6444" y="365129"/>
            <a:ext cx="10515600" cy="1082072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de-DE"/>
          </a:p>
        </p:txBody>
      </p:sp>
      <p:sp>
        <p:nvSpPr>
          <p:cNvPr id="5" name="Textplatzhalter 10">
            <a:extLst>
              <a:ext uri="{FF2B5EF4-FFF2-40B4-BE49-F238E27FC236}">
                <a16:creationId xmlns:a16="http://schemas.microsoft.com/office/drawing/2014/main" id="{79B2F6D5-B869-A949-B7E2-386303992EE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26445" y="1447203"/>
            <a:ext cx="8476913" cy="4139461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800" b="0" i="0"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9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858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0287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de-DE"/>
              <a:t>Platz für viel Text</a:t>
            </a:r>
          </a:p>
          <a:p>
            <a:pPr lvl="0"/>
            <a:endParaRPr lang="de-DE"/>
          </a:p>
          <a:p>
            <a:pPr marL="0" marR="0" lvl="0" indent="0" algn="l" defTabSz="914400" rtl="0" eaLnBrk="1" fontAlgn="auto" latinLnBrk="0" hangingPunct="1">
              <a:lnSpc>
                <a:spcPts val="286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de-DE" err="1"/>
              <a:t>Lorem</a:t>
            </a:r>
            <a:r>
              <a:rPr lang="de-DE"/>
              <a:t> </a:t>
            </a:r>
            <a:r>
              <a:rPr lang="de-DE" err="1"/>
              <a:t>ipsum</a:t>
            </a:r>
            <a:r>
              <a:rPr lang="de-DE"/>
              <a:t> </a:t>
            </a:r>
            <a:r>
              <a:rPr lang="de-DE" err="1"/>
              <a:t>dolor</a:t>
            </a:r>
            <a:r>
              <a:rPr lang="de-DE"/>
              <a:t> </a:t>
            </a:r>
            <a:r>
              <a:rPr lang="de-DE" err="1"/>
              <a:t>sit</a:t>
            </a:r>
            <a:r>
              <a:rPr lang="de-DE"/>
              <a:t> </a:t>
            </a:r>
            <a:r>
              <a:rPr lang="de-DE" err="1"/>
              <a:t>amet</a:t>
            </a:r>
            <a:r>
              <a:rPr lang="de-DE"/>
              <a:t>, </a:t>
            </a:r>
            <a:r>
              <a:rPr lang="de-DE" err="1"/>
              <a:t>consetetur</a:t>
            </a:r>
            <a:r>
              <a:rPr lang="de-DE"/>
              <a:t> </a:t>
            </a:r>
            <a:r>
              <a:rPr lang="de-DE" err="1"/>
              <a:t>sadipscing</a:t>
            </a:r>
            <a:r>
              <a:rPr lang="de-DE"/>
              <a:t> </a:t>
            </a:r>
            <a:r>
              <a:rPr lang="de-DE" err="1"/>
              <a:t>elitr</a:t>
            </a:r>
            <a:r>
              <a:rPr lang="de-DE"/>
              <a:t>, </a:t>
            </a:r>
            <a:r>
              <a:rPr lang="de-DE" err="1"/>
              <a:t>sed</a:t>
            </a:r>
            <a:r>
              <a:rPr lang="de-DE"/>
              <a:t> </a:t>
            </a:r>
            <a:r>
              <a:rPr lang="de-DE" err="1"/>
              <a:t>diam</a:t>
            </a:r>
            <a:r>
              <a:rPr lang="de-DE"/>
              <a:t> </a:t>
            </a:r>
            <a:r>
              <a:rPr lang="de-DE" err="1"/>
              <a:t>nonumy</a:t>
            </a:r>
            <a:r>
              <a:rPr lang="de-DE"/>
              <a:t> </a:t>
            </a:r>
            <a:r>
              <a:rPr lang="de-DE" err="1"/>
              <a:t>eirmod</a:t>
            </a:r>
            <a:r>
              <a:rPr lang="de-DE"/>
              <a:t> </a:t>
            </a:r>
            <a:r>
              <a:rPr lang="de-DE" err="1"/>
              <a:t>tempor</a:t>
            </a:r>
            <a:r>
              <a:rPr lang="de-DE"/>
              <a:t> </a:t>
            </a:r>
            <a:r>
              <a:rPr lang="de-DE" err="1"/>
              <a:t>invidunt</a:t>
            </a:r>
            <a:r>
              <a:rPr lang="de-DE"/>
              <a:t> </a:t>
            </a:r>
            <a:r>
              <a:rPr lang="de-DE" err="1"/>
              <a:t>ut</a:t>
            </a:r>
            <a:r>
              <a:rPr lang="de-DE"/>
              <a:t> </a:t>
            </a:r>
            <a:r>
              <a:rPr lang="de-DE" err="1"/>
              <a:t>labore</a:t>
            </a:r>
            <a:r>
              <a:rPr lang="de-DE"/>
              <a:t> et </a:t>
            </a:r>
            <a:r>
              <a:rPr lang="de-DE" err="1"/>
              <a:t>dolore</a:t>
            </a:r>
            <a:r>
              <a:rPr lang="de-DE"/>
              <a:t> …</a:t>
            </a:r>
          </a:p>
          <a:p>
            <a:pPr lvl="0"/>
            <a:endParaRPr lang="de-D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de-DE"/>
          </a:p>
          <a:p>
            <a:pPr lvl="0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954688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28355BED-4E30-D342-8C2B-2461AAC9B8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/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/>
              <a:t>Titel durch Klicken bearbeiten</a:t>
            </a:r>
          </a:p>
        </p:txBody>
      </p:sp>
      <p:sp>
        <p:nvSpPr>
          <p:cNvPr id="3" name="Diagrammplatzhalter 2">
            <a:extLst>
              <a:ext uri="{FF2B5EF4-FFF2-40B4-BE49-F238E27FC236}">
                <a16:creationId xmlns:a16="http://schemas.microsoft.com/office/drawing/2014/main" id="{95BD0F2B-AE2E-5A4C-B9B3-D547A1A5ABD1}"/>
              </a:ext>
            </a:extLst>
          </p:cNvPr>
          <p:cNvSpPr>
            <a:spLocks noGrp="1"/>
          </p:cNvSpPr>
          <p:nvPr>
            <p:ph type="chart" sz="quarter" idx="12" hasCustomPrompt="1"/>
          </p:nvPr>
        </p:nvSpPr>
        <p:spPr>
          <a:xfrm>
            <a:off x="626445" y="1921261"/>
            <a:ext cx="10515511" cy="366540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>
                <a:latin typeface="+mn-lt"/>
              </a:rPr>
              <a:t>Durch Klicken ein Diagramm </a:t>
            </a:r>
            <a:r>
              <a:rPr lang="de-DE"/>
              <a:t>einfügen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0DF14CB7-5BCB-814E-B089-18CBC42448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444" y="839189"/>
            <a:ext cx="10515600" cy="608012"/>
          </a:xfrm>
          <a:prstGeom prst="rect">
            <a:avLst/>
          </a:prstGeom>
        </p:spPr>
        <p:txBody>
          <a:bodyPr/>
          <a:lstStyle>
            <a:lvl1pPr>
              <a:defRPr sz="20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r>
              <a:rPr lang="de-DE"/>
              <a:t>Unterüberschrift</a:t>
            </a:r>
          </a:p>
        </p:txBody>
      </p:sp>
    </p:spTree>
    <p:extLst>
      <p:ext uri="{BB962C8B-B14F-4D97-AF65-F5344CB8AC3E}">
        <p14:creationId xmlns:p14="http://schemas.microsoft.com/office/powerpoint/2010/main" val="4092269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1">
            <a:extLst>
              <a:ext uri="{FF2B5EF4-FFF2-40B4-BE49-F238E27FC236}">
                <a16:creationId xmlns:a16="http://schemas.microsoft.com/office/drawing/2014/main" id="{8235AABE-82E9-7843-B482-6C922EF8F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/>
              <a:t>Titel durch Klicken bearbeiten</a:t>
            </a:r>
          </a:p>
        </p:txBody>
      </p:sp>
      <p:sp>
        <p:nvSpPr>
          <p:cNvPr id="9" name="Textplatzhalter 6">
            <a:extLst>
              <a:ext uri="{FF2B5EF4-FFF2-40B4-BE49-F238E27FC236}">
                <a16:creationId xmlns:a16="http://schemas.microsoft.com/office/drawing/2014/main" id="{8CD123B7-B19B-6E43-AB70-FDAD54834A7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444" y="839189"/>
            <a:ext cx="10515600" cy="608012"/>
          </a:xfrm>
          <a:prstGeom prst="rect">
            <a:avLst/>
          </a:prstGeom>
        </p:spPr>
        <p:txBody>
          <a:bodyPr/>
          <a:lstStyle>
            <a:lvl1pPr>
              <a:defRPr sz="2000" b="1" i="0"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r>
              <a:rPr lang="de-DE"/>
              <a:t>Unterüberschrift</a:t>
            </a:r>
          </a:p>
        </p:txBody>
      </p:sp>
      <p:sp>
        <p:nvSpPr>
          <p:cNvPr id="17" name="Tabellenplatzhalter 13">
            <a:extLst>
              <a:ext uri="{FF2B5EF4-FFF2-40B4-BE49-F238E27FC236}">
                <a16:creationId xmlns:a16="http://schemas.microsoft.com/office/drawing/2014/main" id="{5A83E83A-464E-D648-9F74-0E466F86758F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6533" y="1921261"/>
            <a:ext cx="10515600" cy="3661392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Durch Klicken Tabelle einfügen</a:t>
            </a:r>
          </a:p>
        </p:txBody>
      </p:sp>
    </p:spTree>
    <p:extLst>
      <p:ext uri="{BB962C8B-B14F-4D97-AF65-F5344CB8AC3E}">
        <p14:creationId xmlns:p14="http://schemas.microsoft.com/office/powerpoint/2010/main" val="392950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enutzerdefinierte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enplatzhalter 9">
            <a:extLst>
              <a:ext uri="{FF2B5EF4-FFF2-40B4-BE49-F238E27FC236}">
                <a16:creationId xmlns:a16="http://schemas.microsoft.com/office/drawing/2014/main" id="{F4810152-E300-0D46-9A87-D02116FA4609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626444" y="1512667"/>
            <a:ext cx="10515600" cy="4069986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de-DE"/>
              <a:t>Durch Klicken Video hinzufügen</a:t>
            </a:r>
          </a:p>
        </p:txBody>
      </p:sp>
      <p:sp>
        <p:nvSpPr>
          <p:cNvPr id="5" name="Textplatzhalter 6">
            <a:extLst>
              <a:ext uri="{FF2B5EF4-FFF2-40B4-BE49-F238E27FC236}">
                <a16:creationId xmlns:a16="http://schemas.microsoft.com/office/drawing/2014/main" id="{ADA3668F-5A0E-4BC2-A703-C940D0E282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6444" y="839189"/>
            <a:ext cx="10515600" cy="608012"/>
          </a:xfrm>
          <a:prstGeom prst="rect">
            <a:avLst/>
          </a:prstGeom>
        </p:spPr>
        <p:txBody>
          <a:bodyPr/>
          <a:lstStyle>
            <a:lvl1pPr>
              <a:defRPr sz="2000" b="1" i="0"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</a:lstStyle>
          <a:p>
            <a:r>
              <a:rPr lang="de-DE"/>
              <a:t>Unterüberschrift</a:t>
            </a:r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E15D7FFA-640E-4ED4-AA9A-AD456FC8D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171452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lieder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44D85526-277D-4BF0-A06C-982B9DC614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/>
              <a:t>Titel durch Klicken bearbeiten</a:t>
            </a:r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8FF751A8-94E8-46BE-B3AD-7AC214BE100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6534" y="1436688"/>
            <a:ext cx="7977717" cy="4151312"/>
          </a:xfrm>
          <a:prstGeom prst="rect">
            <a:avLst/>
          </a:prstGeom>
        </p:spPr>
        <p:txBody>
          <a:bodyPr anchor="t"/>
          <a:lstStyle>
            <a:lvl1pPr>
              <a:lnSpc>
                <a:spcPct val="200000"/>
              </a:lnSpc>
              <a:defRPr sz="1800"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Textplatzhalter 5">
            <a:extLst>
              <a:ext uri="{FF2B5EF4-FFF2-40B4-BE49-F238E27FC236}">
                <a16:creationId xmlns:a16="http://schemas.microsoft.com/office/drawing/2014/main" id="{87A8FD01-775B-4E8F-A18E-B8EBF07D05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40801" y="1436688"/>
            <a:ext cx="2854835" cy="4151312"/>
          </a:xfrm>
          <a:prstGeom prst="rect">
            <a:avLst/>
          </a:prstGeom>
        </p:spPr>
        <p:txBody>
          <a:bodyPr anchor="t"/>
          <a:lstStyle>
            <a:lvl1pPr algn="l">
              <a:lnSpc>
                <a:spcPct val="200000"/>
              </a:lnSpc>
              <a:defRPr sz="1800" b="1">
                <a:solidFill>
                  <a:schemeClr val="tx2"/>
                </a:solidFill>
                <a:latin typeface="+mn-lt"/>
              </a:defRPr>
            </a:lvl1pPr>
            <a:lvl2pPr>
              <a:defRPr sz="1800">
                <a:latin typeface="+mn-lt"/>
              </a:defRPr>
            </a:lvl2pPr>
            <a:lvl3pPr>
              <a:defRPr sz="1800">
                <a:latin typeface="+mn-lt"/>
              </a:defRPr>
            </a:lvl3pPr>
            <a:lvl4pPr>
              <a:defRPr sz="18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de-DE"/>
              <a:t>123</a:t>
            </a:r>
          </a:p>
        </p:txBody>
      </p:sp>
    </p:spTree>
    <p:extLst>
      <p:ext uri="{BB962C8B-B14F-4D97-AF65-F5344CB8AC3E}">
        <p14:creationId xmlns:p14="http://schemas.microsoft.com/office/powerpoint/2010/main" val="398528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eispielfolie ohn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44D85526-277D-4BF0-A06C-982B9DC614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6444" y="365130"/>
            <a:ext cx="10515600" cy="496517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800" b="1" i="0">
                <a:solidFill>
                  <a:srgbClr val="C51926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de-DE"/>
              <a:t>Titel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196872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40ED0E-AEC3-C648-B2FE-48D5556DA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A7781-A68D-8842-BF4A-2B57B4F7F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795D7-C984-994B-8AF2-57F776914E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9B322E-8FED-A04E-9589-2BB0FA4BF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EE55A-BA26-DE4D-9AC4-6E732DAC7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D07E7F-0A11-5D4D-81F6-8923961C6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826302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E6F48-40C9-C84F-923D-93146CF0B0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6949ED-C3B5-6245-98E5-CB6ADB31D4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81A3E-0D2E-5447-AC56-27E572EA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C2ABF1-3227-444C-A870-145FEC80C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ADFF93-10A4-3D45-B4B4-7EEE25F40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757972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5E69F-A36B-1E4E-89E8-F5D11960E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37617-FBEE-6D46-B581-3A42DFA2F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9D6A48-4D03-7E46-8776-5B3C8ECA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82E80-A176-F04C-A68B-29A2D9CBF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26367-5703-9D43-884E-59EBEB94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52967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A371C-A6EA-FD44-A66C-AA5E44B94A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18D84-69C2-A646-9A4E-480F35E145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30FC2F-02E5-6C45-8212-A969425A0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DAE52F-E2FF-C541-AD17-A46548E7B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D09C9-8D37-B746-AD97-53EC853D6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2068769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C7C61-C841-6E43-87BE-91D27A1D9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00F958-DFA3-BA44-920F-8A87C6AC97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4BA166-09D0-5E4C-9227-2E7FA1F01E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3B6194-50D5-574E-85EE-D997458078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E65310E-35C5-1147-B596-620F503CCDF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225718-7157-BC43-B269-C8F0D0E5D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97DA5C-D270-A149-861E-BF621D03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A45DDA-D8D4-5747-B7E5-0970FB085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905802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D19F3-64CC-834C-B13F-F2C21D458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AF6BC0-C7E9-8345-9789-7F4000D42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6BF7E0-5738-9145-B20B-21B348AC5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C373F1-8F19-6246-9D29-416906B4F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7308106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5D96E3-307B-F14C-959C-DEE8D93A7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0B89C-575B-2C42-9422-B49A0A38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94CC3-C871-684F-8439-A9695EFAB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25066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89694-C0E5-C840-97B7-1016FDC35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03131-5E6E-324A-BF8E-915A91269C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54BB2B-9164-F54C-B821-ACA4CF1B3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2100E0-0F76-DA4C-A885-6CB201CEE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A76DD4-7424-9E4C-BEB3-2AE075D23F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331FE-45F0-424E-9D23-7E2A29941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020833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00BF-2355-B448-8D6A-E4CF76B60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580625D-54BC-794F-A34E-EBDF8F71BE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70A75C-A9F5-F546-AF43-15FD6B53A0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FDD99D-C222-374A-9C63-B99B785A1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7E3721-32D9-324E-9B19-E5BD26108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02CE7-43B1-B147-904A-76F2F51F5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52756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88379-7630-994D-9610-5182F98F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5B34D-FA65-2B4A-97D8-EDFEA8488C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452F69-7D3A-FA4F-990A-21BD600FA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1F119-5A48-F149-9C56-F076E6F46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6BD2C8-C6F4-C14A-A9AD-F3B199EA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531260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9A46E24-ACC3-6242-B793-4739334B37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5D2B05-7260-9D4A-B7DD-2C0B5756E5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025E59-0E43-944E-8A47-2A6F53529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910FB-331A-B348-9166-8419E1FBC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FBB16-FD16-1D43-A565-7964AA521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9675817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A11FC40C-0444-4844-813C-585F206F1D99}"/>
              </a:ext>
            </a:extLst>
          </p:cNvPr>
          <p:cNvSpPr/>
          <p:nvPr userDrawn="1"/>
        </p:nvSpPr>
        <p:spPr bwMode="white">
          <a:xfrm>
            <a:off x="0" y="1961001"/>
            <a:ext cx="9132983" cy="2118305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Supporting the Specification of Fairness Requirements </a:t>
            </a:r>
          </a:p>
          <a:p>
            <a:pPr algn="ctr"/>
            <a:r>
              <a:rPr lang="en-US"/>
              <a:t>Proposal for a Master Thesis </a:t>
            </a:r>
          </a:p>
          <a:p>
            <a:pPr algn="ctr"/>
            <a:endParaRPr lang="en-US"/>
          </a:p>
          <a:p>
            <a:pPr algn="ctr"/>
            <a:r>
              <a:rPr lang="en-US"/>
              <a:t>Submitted by </a:t>
            </a:r>
          </a:p>
          <a:p>
            <a:pPr algn="ctr"/>
            <a:r>
              <a:rPr lang="en-US"/>
              <a:t>Rahul Thiruvengadam </a:t>
            </a:r>
          </a:p>
          <a:p>
            <a:pPr algn="ctr"/>
            <a:endParaRPr lang="de-DE" sz="180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0E3CB8C-1F61-DBB8-FEFD-40BDA43D887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9E7D0D1-E660-4026-CB14-007800DAFE7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2265542"/>
            <a:ext cx="370497" cy="403606"/>
          </a:xfrm>
          <a:prstGeom prst="rect">
            <a:avLst/>
          </a:prstGeom>
        </p:spPr>
      </p:pic>
      <p:sp>
        <p:nvSpPr>
          <p:cNvPr id="9" name="Rechteck 4">
            <a:extLst>
              <a:ext uri="{FF2B5EF4-FFF2-40B4-BE49-F238E27FC236}">
                <a16:creationId xmlns:a16="http://schemas.microsoft.com/office/drawing/2014/main" id="{2892D0E0-D259-7644-B8A0-4B5B7FBC8FF4}"/>
              </a:ext>
            </a:extLst>
          </p:cNvPr>
          <p:cNvSpPr/>
          <p:nvPr userDrawn="1"/>
        </p:nvSpPr>
        <p:spPr bwMode="white">
          <a:xfrm>
            <a:off x="0" y="4564313"/>
            <a:ext cx="9191625" cy="2118305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b="1" dirty="0"/>
              <a:t>Supervisor: </a:t>
            </a:r>
            <a:r>
              <a:rPr lang="en-US" dirty="0"/>
              <a:t>Dr. </a:t>
            </a:r>
            <a:r>
              <a:rPr lang="en-US" dirty="0" err="1"/>
              <a:t>Qusai</a:t>
            </a:r>
            <a:r>
              <a:rPr lang="en-US" dirty="0"/>
              <a:t> Ramadan </a:t>
            </a:r>
          </a:p>
          <a:p>
            <a:pPr algn="l"/>
            <a:r>
              <a:rPr lang="en-US" dirty="0" err="1"/>
              <a:t>Institut</a:t>
            </a:r>
            <a:r>
              <a:rPr lang="en-US" dirty="0"/>
              <a:t> für </a:t>
            </a:r>
            <a:r>
              <a:rPr lang="en-US" dirty="0" err="1"/>
              <a:t>Softwaretechnik</a:t>
            </a:r>
            <a:r>
              <a:rPr lang="en-US" dirty="0"/>
              <a:t> </a:t>
            </a:r>
          </a:p>
          <a:p>
            <a:pPr algn="l"/>
            <a:endParaRPr lang="en-US" dirty="0"/>
          </a:p>
          <a:p>
            <a:pPr algn="l"/>
            <a:r>
              <a:rPr lang="en-US" b="1" dirty="0"/>
              <a:t>2nd Supervisor</a:t>
            </a:r>
            <a:r>
              <a:rPr lang="en-US" b="0" dirty="0"/>
              <a:t>:  Katharina </a:t>
            </a:r>
            <a:r>
              <a:rPr lang="en-US" b="0" dirty="0" err="1"/>
              <a:t>Großer</a:t>
            </a:r>
            <a:endParaRPr lang="en-US" b="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 </a:t>
            </a:r>
            <a:r>
              <a:rPr lang="en-US" dirty="0" err="1"/>
              <a:t>Institut</a:t>
            </a:r>
            <a:r>
              <a:rPr lang="en-US" dirty="0"/>
              <a:t> für </a:t>
            </a:r>
            <a:r>
              <a:rPr lang="en-US" dirty="0" err="1"/>
              <a:t>Softwaretechnik</a:t>
            </a:r>
            <a:r>
              <a:rPr lang="en-US" dirty="0"/>
              <a:t> 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B659C0D4-1C49-2B48-B0E2-3EC4EDA9450E}"/>
              </a:ext>
            </a:extLst>
          </p:cNvPr>
          <p:cNvSpPr txBox="1">
            <a:spLocks/>
          </p:cNvSpPr>
          <p:nvPr userDrawn="1"/>
        </p:nvSpPr>
        <p:spPr bwMode="black">
          <a:xfrm>
            <a:off x="50042" y="4564313"/>
            <a:ext cx="7180871" cy="195078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pPr>
              <a:lnSpc>
                <a:spcPct val="100000"/>
              </a:lnSpc>
            </a:pPr>
            <a:br>
              <a:rPr lang="en-GB" sz="2000" u="none">
                <a:solidFill>
                  <a:schemeClr val="tx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</a:br>
            <a:endParaRPr lang="de-DE" sz="2000" u="none">
              <a:solidFill>
                <a:schemeClr val="tx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555817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 descr="Ein Bild, das gefliest, Ziegelstein, Kachel enthält.&#10;&#10;Automatisch generierte Beschreibung">
            <a:extLst>
              <a:ext uri="{FF2B5EF4-FFF2-40B4-BE49-F238E27FC236}">
                <a16:creationId xmlns:a16="http://schemas.microsoft.com/office/drawing/2014/main" id="{1D2C741D-9EEB-BC85-9DF1-C0DB06992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120875"/>
            <a:ext cx="12192000" cy="5737125"/>
          </a:xfrm>
          <a:prstGeom prst="rect">
            <a:avLst/>
          </a:prstGeom>
        </p:spPr>
      </p:pic>
      <p:sp>
        <p:nvSpPr>
          <p:cNvPr id="2" name="Rechteck 1">
            <a:extLst>
              <a:ext uri="{FF2B5EF4-FFF2-40B4-BE49-F238E27FC236}">
                <a16:creationId xmlns:a16="http://schemas.microsoft.com/office/drawing/2014/main" id="{CAD864D4-AF73-5441-92BD-5D86993737F9}"/>
              </a:ext>
            </a:extLst>
          </p:cNvPr>
          <p:cNvSpPr/>
          <p:nvPr userDrawn="1"/>
        </p:nvSpPr>
        <p:spPr bwMode="black">
          <a:xfrm>
            <a:off x="0" y="3429000"/>
            <a:ext cx="1527208" cy="1617044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3" name="Titel 1">
            <a:extLst>
              <a:ext uri="{FF2B5EF4-FFF2-40B4-BE49-F238E27FC236}">
                <a16:creationId xmlns:a16="http://schemas.microsoft.com/office/drawing/2014/main" id="{4AD0EF0F-9E70-5A44-9F39-758AC013A4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763604" y="3574742"/>
            <a:ext cx="10925587" cy="643297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/>
              <a:t>Titel über eine Zeile</a:t>
            </a:r>
          </a:p>
        </p:txBody>
      </p:sp>
      <p:sp>
        <p:nvSpPr>
          <p:cNvPr id="20" name="Textplatzhalter 19">
            <a:extLst>
              <a:ext uri="{FF2B5EF4-FFF2-40B4-BE49-F238E27FC236}">
                <a16:creationId xmlns:a16="http://schemas.microsoft.com/office/drawing/2014/main" id="{E120028F-B108-A24C-90E9-303B4E86AD1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753557" y="4329287"/>
            <a:ext cx="11005959" cy="100171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de-DE"/>
              <a:t>Hier steht eine Unterüberschrift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DB0C7F00-4B42-4D4A-918D-91B3F00FF3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64117" y="5815012"/>
            <a:ext cx="5331883" cy="104298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r>
              <a:rPr lang="de-D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31st January 2022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B4886DA2-DFDE-FB87-4524-90530CCA6D5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3625DCF-EE1E-6DDD-B249-BD18F1DAD25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8926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Boden, gefliest enthält.&#10;&#10;Automatisch generierte Beschreibung">
            <a:extLst>
              <a:ext uri="{FF2B5EF4-FFF2-40B4-BE49-F238E27FC236}">
                <a16:creationId xmlns:a16="http://schemas.microsoft.com/office/drawing/2014/main" id="{69CB1B92-7B63-DA4E-B8CA-9B91BD956A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hteck 6">
            <a:extLst>
              <a:ext uri="{FF2B5EF4-FFF2-40B4-BE49-F238E27FC236}">
                <a16:creationId xmlns:a16="http://schemas.microsoft.com/office/drawing/2014/main" id="{58660015-3293-EA40-B3F9-1C305D5F9563}"/>
              </a:ext>
            </a:extLst>
          </p:cNvPr>
          <p:cNvSpPr/>
          <p:nvPr userDrawn="1"/>
        </p:nvSpPr>
        <p:spPr bwMode="black">
          <a:xfrm>
            <a:off x="0" y="3429000"/>
            <a:ext cx="1527208" cy="1617044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10" name="Textplatzhalter 2">
            <a:extLst>
              <a:ext uri="{FF2B5EF4-FFF2-40B4-BE49-F238E27FC236}">
                <a16:creationId xmlns:a16="http://schemas.microsoft.com/office/drawing/2014/main" id="{38218C36-0CF6-E448-B3B7-46C327FB75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764117" y="5815012"/>
            <a:ext cx="4496360" cy="1042988"/>
          </a:xfrm>
          <a:prstGeom prst="rect">
            <a:avLst/>
          </a:prstGeom>
        </p:spPr>
        <p:txBody>
          <a:bodyPr wrap="none">
            <a:noAutofit/>
          </a:bodyPr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r>
              <a:rPr lang="de-D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17. </a:t>
            </a:r>
            <a:r>
              <a:rPr lang="de-DE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February</a:t>
            </a:r>
            <a:r>
              <a:rPr lang="de-D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2022 </a:t>
            </a:r>
          </a:p>
        </p:txBody>
      </p:sp>
      <p:sp>
        <p:nvSpPr>
          <p:cNvPr id="12" name="Titel 1">
            <a:extLst>
              <a:ext uri="{FF2B5EF4-FFF2-40B4-BE49-F238E27FC236}">
                <a16:creationId xmlns:a16="http://schemas.microsoft.com/office/drawing/2014/main" id="{D76931D2-07D4-984C-8B99-8D3C84E3CB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763604" y="3574742"/>
            <a:ext cx="10925587" cy="643297"/>
          </a:xfrm>
          <a:prstGeom prst="rect">
            <a:avLst/>
          </a:prstGeom>
        </p:spPr>
        <p:txBody>
          <a:bodyPr/>
          <a:lstStyle>
            <a:lvl1pPr>
              <a:defRPr b="1" i="0" baseline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/>
              <a:t>Titel über eine Zeile</a:t>
            </a:r>
          </a:p>
        </p:txBody>
      </p:sp>
      <p:sp>
        <p:nvSpPr>
          <p:cNvPr id="8" name="Textplatzhalter 19">
            <a:extLst>
              <a:ext uri="{FF2B5EF4-FFF2-40B4-BE49-F238E27FC236}">
                <a16:creationId xmlns:a16="http://schemas.microsoft.com/office/drawing/2014/main" id="{0A0C1D73-9C59-1648-91B9-833E9EBEF54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753557" y="4329287"/>
            <a:ext cx="11005959" cy="1001713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 i="0">
                <a:solidFill>
                  <a:schemeClr val="bg1"/>
                </a:solidFill>
                <a:latin typeface="Open Sans Semibold" panose="020B0606030504020204" pitchFamily="34" charset="0"/>
                <a:ea typeface="Open Sans Semibold" panose="020B0606030504020204" pitchFamily="34" charset="0"/>
                <a:cs typeface="Open Sans Semibold" panose="020B0606030504020204" pitchFamily="34" charset="0"/>
              </a:defRPr>
            </a:lvl1pPr>
          </a:lstStyle>
          <a:p>
            <a:pPr lvl="0"/>
            <a:r>
              <a:rPr lang="de-DE"/>
              <a:t>Hier steht eine Unterüberschrift</a:t>
            </a:r>
          </a:p>
        </p:txBody>
      </p:sp>
      <p:pic>
        <p:nvPicPr>
          <p:cNvPr id="14" name="Grafik 13">
            <a:extLst>
              <a:ext uri="{FF2B5EF4-FFF2-40B4-BE49-F238E27FC236}">
                <a16:creationId xmlns:a16="http://schemas.microsoft.com/office/drawing/2014/main" id="{D8581612-CDA8-9981-FD7F-36CC7ED71F3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1755AEBD-55A5-3F77-945B-07E33CC8778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237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rvorgehobene Inform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32178-D844-CE44-9227-46B3AC20087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3783" y="361363"/>
            <a:ext cx="10515600" cy="750887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de-DE"/>
              <a:t>Titel</a:t>
            </a:r>
          </a:p>
        </p:txBody>
      </p:sp>
      <p:sp>
        <p:nvSpPr>
          <p:cNvPr id="6" name="Bildplatzhalter 5">
            <a:extLst>
              <a:ext uri="{FF2B5EF4-FFF2-40B4-BE49-F238E27FC236}">
                <a16:creationId xmlns:a16="http://schemas.microsoft.com/office/drawing/2014/main" id="{71F4B771-43A4-0C43-B113-282D60EF445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3973" y="2000883"/>
            <a:ext cx="4537115" cy="3598358"/>
          </a:xfrm>
          <a:prstGeom prst="rect">
            <a:avLst/>
          </a:prstGeom>
          <a:ln>
            <a:noFill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platzhalter 17">
            <a:extLst>
              <a:ext uri="{FF2B5EF4-FFF2-40B4-BE49-F238E27FC236}">
                <a16:creationId xmlns:a16="http://schemas.microsoft.com/office/drawing/2014/main" id="{F6630748-9A98-44FC-83AD-411FEBE8C4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3783" y="2000883"/>
            <a:ext cx="5472217" cy="3598358"/>
          </a:xfrm>
          <a:prstGeom prst="rect">
            <a:avLst/>
          </a:prstGeom>
        </p:spPr>
        <p:txBody>
          <a:bodyPr/>
          <a:lstStyle>
            <a:lvl1pPr marL="284400" marR="0" indent="-2844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 sz="1800" b="0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630000" marR="0" indent="-28440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Tx/>
              <a:buFont typeface="Wingdings" panose="05000000000000000000" pitchFamily="2" charset="2"/>
              <a:buChar char="§"/>
              <a:tabLst/>
              <a:defRPr sz="16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2pPr>
            <a:lvl3pPr marL="972000" marR="0" indent="-284400" algn="l" defTabSz="6858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bg1"/>
              </a:buClr>
              <a:buSzTx/>
              <a:buFont typeface="Wingdings" pitchFamily="2" charset="2"/>
              <a:buChar char="§"/>
              <a:tabLst/>
              <a:defRPr sz="1400" b="0" i="0">
                <a:latin typeface="+mn-lt"/>
                <a:ea typeface="Open Sans Light" panose="020B0306030504020204" pitchFamily="34" charset="0"/>
                <a:cs typeface="Open Sans Light" panose="020B0306030504020204" pitchFamily="34" charset="0"/>
              </a:defRPr>
            </a:lvl3pPr>
            <a:lvl4pPr marL="1200150" marR="0" indent="-171450" algn="l" defTabSz="685800" rtl="0" eaLnBrk="1" fontAlgn="auto" latinLnBrk="0" hangingPunct="1">
              <a:lnSpc>
                <a:spcPct val="15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4pPr>
            <a:lvl5pPr marL="1543050" marR="0" indent="-171450" algn="l" defTabSz="685800" rtl="0" eaLnBrk="1" fontAlgn="auto" latinLnBrk="0" hangingPunct="1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tx2"/>
              </a:buClr>
              <a:buSzTx/>
              <a:buFont typeface="Wingdings" pitchFamily="2" charset="2"/>
              <a:buChar char="§"/>
              <a:tabLst/>
              <a:defRPr sz="14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5pPr>
          </a:lstStyle>
          <a:p>
            <a:pPr lvl="0"/>
            <a:r>
              <a:rPr lang="de-DE"/>
              <a:t>Bullet Point Erste Ebene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0"/>
            <a:r>
              <a:rPr lang="de-DE"/>
              <a:t>Erste Ebene</a:t>
            </a:r>
          </a:p>
          <a:p>
            <a:pPr lvl="0"/>
            <a:endParaRPr lang="de-DE"/>
          </a:p>
          <a:p>
            <a:pPr lvl="2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364108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ischen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9F8158BF-0FCF-6E4B-8E7D-A557EFB2BA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04" y="3574742"/>
            <a:ext cx="10925587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/>
              <a:t>Zwischenseite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FE26FB6-8CA3-EBE2-41D1-F182352627D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75129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nkese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1">
            <a:extLst>
              <a:ext uri="{FF2B5EF4-FFF2-40B4-BE49-F238E27FC236}">
                <a16:creationId xmlns:a16="http://schemas.microsoft.com/office/drawing/2014/main" id="{9F8158BF-0FCF-6E4B-8E7D-A557EFB2BA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3604" y="3574742"/>
            <a:ext cx="10925587" cy="643298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 err="1"/>
              <a:t>Dankeseite</a:t>
            </a:r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AD8ACBA-7348-B444-89B7-E67D51BE90F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4118" y="4379913"/>
            <a:ext cx="10924116" cy="122396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de-DE"/>
              <a:t>Vielen Dank für Ihre Aufmerksamkeit!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35F297BF-67C6-E705-5706-F8A8C92D3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8744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 descr="Ein Bild, das computer, Computer, drinnen, arbeitend enthält.&#10;&#10;Automatisch generierte Beschreibung">
            <a:extLst>
              <a:ext uri="{FF2B5EF4-FFF2-40B4-BE49-F238E27FC236}">
                <a16:creationId xmlns:a16="http://schemas.microsoft.com/office/drawing/2014/main" id="{50214E10-340A-FF08-D052-7F21FFDC48F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A11FC40C-0444-4844-813C-585F206F1D99}"/>
              </a:ext>
            </a:extLst>
          </p:cNvPr>
          <p:cNvSpPr/>
          <p:nvPr userDrawn="1"/>
        </p:nvSpPr>
        <p:spPr bwMode="white">
          <a:xfrm>
            <a:off x="-1" y="3429000"/>
            <a:ext cx="9622668" cy="1617044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800"/>
          </a:p>
        </p:txBody>
      </p:sp>
      <p:sp>
        <p:nvSpPr>
          <p:cNvPr id="6" name="Titel 1">
            <a:extLst>
              <a:ext uri="{FF2B5EF4-FFF2-40B4-BE49-F238E27FC236}">
                <a16:creationId xmlns:a16="http://schemas.microsoft.com/office/drawing/2014/main" id="{987B82EB-6FD2-1345-A7B8-78E61E0746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black">
          <a:xfrm>
            <a:off x="763606" y="3574742"/>
            <a:ext cx="8549728" cy="1325563"/>
          </a:xfrm>
          <a:prstGeom prst="rect">
            <a:avLst/>
          </a:prstGeom>
        </p:spPr>
        <p:txBody>
          <a:bodyPr/>
          <a:lstStyle>
            <a:lvl1pPr>
              <a:defRPr b="1" i="0">
                <a:solidFill>
                  <a:schemeClr val="bg1"/>
                </a:solidFill>
                <a:latin typeface="Open Sans Extrabold" panose="020B0606030504020204" pitchFamily="34" charset="0"/>
                <a:ea typeface="Open Sans Extrabold" panose="020B0606030504020204" pitchFamily="34" charset="0"/>
                <a:cs typeface="Open Sans Extrabold" panose="020B0606030504020204" pitchFamily="34" charset="0"/>
              </a:defRPr>
            </a:lvl1pPr>
          </a:lstStyle>
          <a:p>
            <a:r>
              <a:rPr lang="de-DE"/>
              <a:t>Titel über</a:t>
            </a:r>
            <a:br>
              <a:rPr lang="de-DE"/>
            </a:br>
            <a:r>
              <a:rPr lang="de-DE"/>
              <a:t>zwei Zeilen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37BFFF8D-7F2A-AA49-93F0-737689C60E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764117" y="5815012"/>
            <a:ext cx="5331883" cy="104298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r>
              <a:rPr lang="de-D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17. </a:t>
            </a:r>
            <a:r>
              <a:rPr lang="de-DE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February</a:t>
            </a:r>
            <a:r>
              <a:rPr lang="de-DE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2022 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10E3CB8C-1F61-DBB8-FEFD-40BDA43D88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29E7D0D1-E660-4026-CB14-007800DAFE7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12715" y="3675701"/>
            <a:ext cx="370497" cy="403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0556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em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image" Target="../media/image5.e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CA3445A9-586C-E44E-9FA3-B160DD38F7D2}"/>
              </a:ext>
            </a:extLst>
          </p:cNvPr>
          <p:cNvSpPr/>
          <p:nvPr userDrawn="1"/>
        </p:nvSpPr>
        <p:spPr bwMode="hidden">
          <a:xfrm flipV="1">
            <a:off x="0" y="6172491"/>
            <a:ext cx="12192000" cy="684000"/>
          </a:xfrm>
          <a:prstGeom prst="rect">
            <a:avLst/>
          </a:prstGeom>
          <a:solidFill>
            <a:srgbClr val="C51926"/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4000" tIns="67500" rIns="67500" bIns="67500" rtlCol="0" anchor="t"/>
          <a:lstStyle/>
          <a:p>
            <a:pPr>
              <a:lnSpc>
                <a:spcPct val="110000"/>
              </a:lnSpc>
            </a:pPr>
            <a:endParaRPr lang="de-DE" sz="1200" b="0" i="0">
              <a:solidFill>
                <a:srgbClr val="0D99FC"/>
              </a:solidFill>
              <a:latin typeface="Open Sans" panose="020B0606030504020204" pitchFamily="34" charset="0"/>
            </a:endParaRPr>
          </a:p>
        </p:txBody>
      </p:sp>
      <p:sp>
        <p:nvSpPr>
          <p:cNvPr id="10" name="Foliennummernplatzhalter 5">
            <a:extLst>
              <a:ext uri="{FF2B5EF4-FFF2-40B4-BE49-F238E27FC236}">
                <a16:creationId xmlns:a16="http://schemas.microsoft.com/office/drawing/2014/main" id="{98500DB4-6915-9845-A001-80945356C6CC}"/>
              </a:ext>
            </a:extLst>
          </p:cNvPr>
          <p:cNvSpPr txBox="1">
            <a:spLocks/>
          </p:cNvSpPr>
          <p:nvPr userDrawn="1"/>
        </p:nvSpPr>
        <p:spPr>
          <a:xfrm>
            <a:off x="11192000" y="6318001"/>
            <a:ext cx="661072" cy="248949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A611349-95DF-F144-82AA-724B5262B266}" type="slidenum">
              <a:rPr lang="de-DE" sz="800" b="0" i="0" smtClean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pPr/>
              <a:t>‹#›</a:t>
            </a:fld>
            <a:endParaRPr lang="de-DE" sz="800" b="0" i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2" name="Datumsplatzhalter 3">
            <a:extLst>
              <a:ext uri="{FF2B5EF4-FFF2-40B4-BE49-F238E27FC236}">
                <a16:creationId xmlns:a16="http://schemas.microsoft.com/office/drawing/2014/main" id="{97040CD4-CFA2-574C-9E65-8ACD16A8B8A7}"/>
              </a:ext>
            </a:extLst>
          </p:cNvPr>
          <p:cNvSpPr txBox="1">
            <a:spLocks/>
          </p:cNvSpPr>
          <p:nvPr userDrawn="1"/>
        </p:nvSpPr>
        <p:spPr>
          <a:xfrm>
            <a:off x="8999293" y="6318000"/>
            <a:ext cx="1768000" cy="273844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January 31st, 2024 </a:t>
            </a:r>
          </a:p>
        </p:txBody>
      </p:sp>
      <p:sp>
        <p:nvSpPr>
          <p:cNvPr id="28" name="Fußzeilenplatzhalter 4">
            <a:extLst>
              <a:ext uri="{FF2B5EF4-FFF2-40B4-BE49-F238E27FC236}">
                <a16:creationId xmlns:a16="http://schemas.microsoft.com/office/drawing/2014/main" id="{C5F20AC7-5E10-BD40-9F84-515932E75E34}"/>
              </a:ext>
            </a:extLst>
          </p:cNvPr>
          <p:cNvSpPr txBox="1">
            <a:spLocks/>
          </p:cNvSpPr>
          <p:nvPr userDrawn="1"/>
        </p:nvSpPr>
        <p:spPr>
          <a:xfrm>
            <a:off x="515586" y="6273534"/>
            <a:ext cx="4133207" cy="248949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l"/>
            <a:endParaRPr lang="de-DE" sz="1000" b="1" i="0" baseline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29" name="Fußzeilenplatzhalter 4">
            <a:extLst>
              <a:ext uri="{FF2B5EF4-FFF2-40B4-BE49-F238E27FC236}">
                <a16:creationId xmlns:a16="http://schemas.microsoft.com/office/drawing/2014/main" id="{79574E4B-43F3-2747-BA46-F08C50CA79F8}"/>
              </a:ext>
            </a:extLst>
          </p:cNvPr>
          <p:cNvSpPr txBox="1">
            <a:spLocks/>
          </p:cNvSpPr>
          <p:nvPr userDrawn="1"/>
        </p:nvSpPr>
        <p:spPr>
          <a:xfrm>
            <a:off x="5040001" y="6273534"/>
            <a:ext cx="4133207" cy="248949"/>
          </a:xfrm>
          <a:prstGeom prst="rect">
            <a:avLst/>
          </a:prstGeom>
        </p:spPr>
        <p:txBody>
          <a:bodyPr anchor="t"/>
          <a:lstStyle>
            <a:defPPr>
              <a:defRPr lang="de-DE"/>
            </a:defPPr>
            <a:lvl1pPr marL="0" algn="l" defTabSz="914400" rtl="0" eaLnBrk="1" latinLnBrk="0" hangingPunct="1">
              <a:defRPr sz="11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de-DE" sz="1000" b="1" i="0" baseline="0">
              <a:solidFill>
                <a:schemeClr val="bg1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1" name="Textplatzhalter 3">
            <a:extLst>
              <a:ext uri="{FF2B5EF4-FFF2-40B4-BE49-F238E27FC236}">
                <a16:creationId xmlns:a16="http://schemas.microsoft.com/office/drawing/2014/main" id="{7BBC0D6C-11AB-45DC-BE5F-E31F96A86AAF}"/>
              </a:ext>
            </a:extLst>
          </p:cNvPr>
          <p:cNvSpPr txBox="1">
            <a:spLocks/>
          </p:cNvSpPr>
          <p:nvPr userDrawn="1"/>
        </p:nvSpPr>
        <p:spPr>
          <a:xfrm>
            <a:off x="626444" y="6300001"/>
            <a:ext cx="4531208" cy="447335"/>
          </a:xfrm>
          <a:prstGeom prst="rect">
            <a:avLst/>
          </a:prstGeom>
        </p:spPr>
        <p:txBody>
          <a:bodyPr lIns="90000" tIns="46800" rIns="90000" bIns="468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kern="12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GB" sz="100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Master Thesis</a:t>
            </a:r>
            <a:br>
              <a:rPr lang="en-GB" sz="1000"/>
            </a:br>
            <a:endParaRPr lang="de-DE" sz="1000" b="1" i="1" baseline="0">
              <a:solidFill>
                <a:srgbClr val="FFFFFF"/>
              </a:solidFill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sp>
        <p:nvSpPr>
          <p:cNvPr id="13" name="Textplatzhalter 3">
            <a:extLst>
              <a:ext uri="{FF2B5EF4-FFF2-40B4-BE49-F238E27FC236}">
                <a16:creationId xmlns:a16="http://schemas.microsoft.com/office/drawing/2014/main" id="{E2F4948D-81BE-42B5-AE25-E680FD6F757E}"/>
              </a:ext>
            </a:extLst>
          </p:cNvPr>
          <p:cNvSpPr txBox="1">
            <a:spLocks/>
          </p:cNvSpPr>
          <p:nvPr userDrawn="1"/>
        </p:nvSpPr>
        <p:spPr>
          <a:xfrm>
            <a:off x="5354424" y="6300001"/>
            <a:ext cx="3421931" cy="303213"/>
          </a:xfrm>
          <a:prstGeom prst="rect">
            <a:avLst/>
          </a:prstGeom>
        </p:spPr>
        <p:txBody>
          <a:bodyPr lIns="90000" tIns="46800" rIns="90000" bIns="4680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000" b="0" kern="1200">
                <a:solidFill>
                  <a:schemeClr val="bg1"/>
                </a:solidFill>
                <a:latin typeface="Open Sans Semibold" panose="020B0706030804020204" pitchFamily="34" charset="0"/>
                <a:ea typeface="Open Sans Semibold" panose="020B0706030804020204" pitchFamily="34" charset="0"/>
                <a:cs typeface="Open Sans Semibold" panose="020B0706030804020204" pitchFamily="34" charset="0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Wingdings" pitchFamily="2" charset="2"/>
              <a:buChar char="§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sz="1000" b="1">
              <a:latin typeface="Open Sans Semibold" panose="020B0606030504020204" pitchFamily="34" charset="0"/>
              <a:ea typeface="Open Sans Semibold" panose="020B0606030504020204" pitchFamily="34" charset="0"/>
              <a:cs typeface="Open Sans Semibold" panose="020B0606030504020204" pitchFamily="34" charset="0"/>
            </a:endParaRPr>
          </a:p>
        </p:txBody>
      </p:sp>
      <p:pic>
        <p:nvPicPr>
          <p:cNvPr id="15" name="Grafik 14">
            <a:extLst>
              <a:ext uri="{FF2B5EF4-FFF2-40B4-BE49-F238E27FC236}">
                <a16:creationId xmlns:a16="http://schemas.microsoft.com/office/drawing/2014/main" id="{7C409BE3-6E9F-1266-48ED-5285FCBC9874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9447" y="6375490"/>
            <a:ext cx="85105" cy="92711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DB08ECAC-E8DF-A869-17F1-67926B0458F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622667" y="331904"/>
            <a:ext cx="2136848" cy="63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596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5" r:id="rId1"/>
    <p:sldLayoutId id="2147483727" r:id="rId2"/>
    <p:sldLayoutId id="2147483663" r:id="rId3"/>
    <p:sldLayoutId id="2147483662" r:id="rId4"/>
    <p:sldLayoutId id="2147483728" r:id="rId5"/>
    <p:sldLayoutId id="2147483729" r:id="rId6"/>
    <p:sldLayoutId id="2147483720" r:id="rId7"/>
    <p:sldLayoutId id="2147483730" r:id="rId8"/>
    <p:sldLayoutId id="2147483731" r:id="rId9"/>
    <p:sldLayoutId id="2147483738" r:id="rId10"/>
  </p:sldLayoutIdLst>
  <p:hf sldNum="0" hd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rgbClr val="F8C73E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Wingdings" pitchFamily="2" charset="2"/>
        <a:buChar char="§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ED26403-46BC-E646-B5F4-E835A2BEF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DFFF40-99B4-614F-978F-ACA1D3E53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ACAB9-AB33-2940-B853-718D54A45B4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97729-C1CA-9C42-8E1A-4D8508EAE119}" type="datetimeFigureOut">
              <a:rPr lang="en-DE" smtClean="0"/>
              <a:t>07/03/2024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48334-9B70-CF45-8756-847D8F221D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8B62F4-AE4D-F545-8AF5-8D9C38672F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7E8610-CCB2-4E49-A601-5513FCE35CB5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611630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3180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3">
            <a:extLst>
              <a:ext uri="{FF2B5EF4-FFF2-40B4-BE49-F238E27FC236}">
                <a16:creationId xmlns:a16="http://schemas.microsoft.com/office/drawing/2014/main" id="{28852ADB-0CC1-EAF3-753A-065F7460527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12440" y="-340354"/>
            <a:ext cx="2914450" cy="21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19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02" r:id="rId2"/>
    <p:sldLayoutId id="2147483721" r:id="rId3"/>
    <p:sldLayoutId id="2147483732" r:id="rId4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bbon: Tilted Down 6">
            <a:extLst>
              <a:ext uri="{FF2B5EF4-FFF2-40B4-BE49-F238E27FC236}">
                <a16:creationId xmlns:a16="http://schemas.microsoft.com/office/drawing/2014/main" id="{F7B8B3B8-DE35-755D-520B-30B32FA778BA}"/>
              </a:ext>
            </a:extLst>
          </p:cNvPr>
          <p:cNvSpPr/>
          <p:nvPr/>
        </p:nvSpPr>
        <p:spPr>
          <a:xfrm>
            <a:off x="5058165" y="4760120"/>
            <a:ext cx="2352728" cy="1430639"/>
          </a:xfrm>
          <a:prstGeom prst="ribb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382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D3B0D-6930-301C-C4F0-F93856361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51EA98-B975-F1D3-3555-A84CF99506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533" y="1350337"/>
            <a:ext cx="10515511" cy="4233430"/>
          </a:xfrm>
        </p:spPr>
        <p:txBody>
          <a:bodyPr/>
          <a:lstStyle/>
          <a:p>
            <a:r>
              <a:rPr lang="en-US" dirty="0"/>
              <a:t>Systematic Literature Review </a:t>
            </a:r>
          </a:p>
          <a:p>
            <a:r>
              <a:rPr lang="en-US" dirty="0"/>
              <a:t>Review Aspects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2088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A94F7-5A6E-9141-A0A7-3C5363752E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Systematic Literature Review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A218B3-6979-F7A8-154A-D7A8CE7F0A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533" y="1224366"/>
            <a:ext cx="10515511" cy="4359401"/>
          </a:xfrm>
        </p:spPr>
        <p:txBody>
          <a:bodyPr lIns="91440" tIns="45720" rIns="91440" bIns="45720" anchor="t"/>
          <a:lstStyle/>
          <a:p>
            <a:pPr marL="114300" indent="0">
              <a:buNone/>
            </a:pPr>
            <a:r>
              <a:rPr lang="en-US" sz="2000" b="1" dirty="0">
                <a:solidFill>
                  <a:srgbClr val="C51926"/>
                </a:solidFill>
              </a:rPr>
              <a:t>Keywords</a:t>
            </a:r>
            <a:r>
              <a:rPr lang="en-US" dirty="0"/>
              <a:t> – Software, Fairness, Discrimination, AI, Requirements </a:t>
            </a:r>
          </a:p>
          <a:p>
            <a:pPr marL="114300" indent="0">
              <a:buNone/>
            </a:pPr>
            <a:r>
              <a:rPr lang="en-US" sz="2000" b="1" dirty="0">
                <a:solidFill>
                  <a:srgbClr val="C51926"/>
                </a:solidFill>
                <a:latin typeface="Open Sans"/>
                <a:ea typeface="Open Sans"/>
                <a:cs typeface="Open Sans"/>
              </a:rPr>
              <a:t>Search Phrase </a:t>
            </a:r>
            <a:r>
              <a:rPr lang="en-US" dirty="0">
                <a:latin typeface="Open Sans"/>
                <a:ea typeface="Open Sans"/>
                <a:cs typeface="Open Sans"/>
              </a:rPr>
              <a:t>– </a:t>
            </a:r>
            <a:r>
              <a:rPr lang="en-US" b="1" dirty="0">
                <a:latin typeface="Open Sans"/>
                <a:ea typeface="Open Sans"/>
                <a:cs typeface="Open Sans"/>
              </a:rPr>
              <a:t>(("</a:t>
            </a:r>
            <a:r>
              <a:rPr lang="en-US" b="1" dirty="0" err="1">
                <a:latin typeface="Open Sans"/>
                <a:ea typeface="Open Sans"/>
                <a:cs typeface="Open Sans"/>
              </a:rPr>
              <a:t>Abstract":Software</a:t>
            </a:r>
            <a:r>
              <a:rPr lang="en-US" b="1" dirty="0">
                <a:latin typeface="Open Sans"/>
                <a:ea typeface="Open Sans"/>
                <a:cs typeface="Open Sans"/>
              </a:rPr>
              <a:t> ) OR ("</a:t>
            </a:r>
            <a:r>
              <a:rPr lang="en-US" b="1" dirty="0" err="1">
                <a:latin typeface="Open Sans"/>
                <a:ea typeface="Open Sans"/>
                <a:cs typeface="Open Sans"/>
              </a:rPr>
              <a:t>Abstract":AI</a:t>
            </a:r>
            <a:r>
              <a:rPr lang="en-US" b="1" dirty="0">
                <a:latin typeface="Open Sans"/>
                <a:ea typeface="Open Sans"/>
                <a:cs typeface="Open Sans"/>
              </a:rPr>
              <a:t>) OR ("</a:t>
            </a:r>
            <a:r>
              <a:rPr lang="en-US" b="1" dirty="0" err="1">
                <a:latin typeface="Open Sans"/>
                <a:ea typeface="Open Sans"/>
                <a:cs typeface="Open Sans"/>
              </a:rPr>
              <a:t>Abstract":Requirements</a:t>
            </a:r>
            <a:r>
              <a:rPr lang="en-US" b="1" dirty="0">
                <a:latin typeface="Open Sans"/>
                <a:ea typeface="Open Sans"/>
                <a:cs typeface="Open Sans"/>
              </a:rPr>
              <a:t> ) ) AND (("Document </a:t>
            </a:r>
            <a:r>
              <a:rPr lang="en-US" b="1" dirty="0" err="1">
                <a:latin typeface="Open Sans"/>
                <a:ea typeface="Open Sans"/>
                <a:cs typeface="Open Sans"/>
              </a:rPr>
              <a:t>Title":Fair</a:t>
            </a:r>
            <a:r>
              <a:rPr lang="en-US" b="1" dirty="0">
                <a:latin typeface="Open Sans"/>
                <a:ea typeface="Open Sans"/>
                <a:cs typeface="Open Sans"/>
              </a:rPr>
              <a:t>*) OR ("Document Title":</a:t>
            </a:r>
            <a:r>
              <a:rPr lang="en-US" b="1" dirty="0" err="1">
                <a:latin typeface="Open Sans"/>
                <a:ea typeface="Open Sans"/>
                <a:cs typeface="Open Sans"/>
              </a:rPr>
              <a:t>Discriminat</a:t>
            </a:r>
            <a:r>
              <a:rPr lang="en-US" b="1" dirty="0">
                <a:latin typeface="Open Sans"/>
                <a:ea typeface="Open Sans"/>
                <a:cs typeface="Open Sans"/>
              </a:rPr>
              <a:t>* ))</a:t>
            </a:r>
          </a:p>
          <a:p>
            <a:pPr marL="114300" indent="0">
              <a:buNone/>
            </a:pPr>
            <a:r>
              <a:rPr lang="en-US" sz="2000" b="1" dirty="0">
                <a:solidFill>
                  <a:srgbClr val="C51926"/>
                </a:solidFill>
              </a:rPr>
              <a:t>Exclusion Criteria </a:t>
            </a:r>
          </a:p>
          <a:p>
            <a:r>
              <a:rPr lang="en-US" dirty="0">
                <a:latin typeface="Open Sans"/>
                <a:ea typeface="Open Sans"/>
                <a:cs typeface="Open Sans"/>
              </a:rPr>
              <a:t>Exclude studies focusing solely on general ethics or fairness in fields unrelated to software development.  </a:t>
            </a:r>
          </a:p>
          <a:p>
            <a:r>
              <a:rPr lang="en-US" dirty="0">
                <a:latin typeface="Open Sans"/>
                <a:ea typeface="Open Sans"/>
                <a:cs typeface="Open Sans"/>
              </a:rPr>
              <a:t>Exclude non-academic sources like blog posts, opinion pieces, or forum discussions that may lack academic rigor.  Consider papers only from IEEE, ACM and Springer.</a:t>
            </a:r>
          </a:p>
          <a:p>
            <a:r>
              <a:rPr lang="en-US" dirty="0">
                <a:latin typeface="Open Sans"/>
                <a:ea typeface="Open Sans"/>
                <a:cs typeface="Open Sans"/>
              </a:rPr>
              <a:t>Grey literature sources such as unpublished reports, theses, dissertations, and non-peer-reviewed materials. </a:t>
            </a:r>
          </a:p>
          <a:p>
            <a:r>
              <a:rPr lang="en-US" dirty="0">
                <a:latin typeface="Open Sans"/>
                <a:ea typeface="Open Sans"/>
                <a:cs typeface="Open Sans"/>
              </a:rPr>
              <a:t>Include studies published in English to ensure the ability to comprehend and extract relevant information.  </a:t>
            </a:r>
          </a:p>
          <a:p>
            <a:r>
              <a:rPr lang="en-US" dirty="0">
                <a:latin typeface="Open Sans"/>
                <a:ea typeface="Open Sans"/>
                <a:cs typeface="Open Sans"/>
              </a:rPr>
              <a:t>Publications outside the defined publication timeframe (2014)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374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40A5-8750-AAC1-F201-9E8BD6EFB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Result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14736-14E2-8053-C631-0CBCD907328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533" y="1350338"/>
            <a:ext cx="10515511" cy="4233430"/>
          </a:xfrm>
        </p:spPr>
        <p:txBody>
          <a:bodyPr lIns="91440" tIns="45720" rIns="91440" bIns="45720" anchor="t"/>
          <a:lstStyle/>
          <a:p>
            <a:r>
              <a:rPr lang="en-US" sz="2000" b="1" dirty="0">
                <a:solidFill>
                  <a:srgbClr val="C51926"/>
                </a:solidFill>
              </a:rPr>
              <a:t>Initial Search Result  </a:t>
            </a:r>
          </a:p>
          <a:p>
            <a:pPr marL="114300" indent="0">
              <a:buNone/>
            </a:pPr>
            <a:r>
              <a:rPr lang="en-US" dirty="0">
                <a:latin typeface="Open Sans"/>
                <a:ea typeface="Open Sans"/>
                <a:cs typeface="Open Sans"/>
              </a:rPr>
              <a:t>	</a:t>
            </a:r>
            <a:r>
              <a:rPr lang="en-US" b="1" dirty="0">
                <a:latin typeface="Open Sans"/>
                <a:ea typeface="Open Sans"/>
                <a:cs typeface="Open Sans"/>
              </a:rPr>
              <a:t>IEEE: 714</a:t>
            </a:r>
            <a:endParaRPr lang="en-US" b="1" dirty="0"/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b="1" dirty="0"/>
              <a:t>Springer: </a:t>
            </a:r>
            <a:r>
              <a:rPr lang="en-US" dirty="0"/>
              <a:t>5887</a:t>
            </a:r>
          </a:p>
          <a:p>
            <a:pPr marL="114300" indent="0">
              <a:buNone/>
            </a:pPr>
            <a:r>
              <a:rPr lang="en-US" dirty="0">
                <a:latin typeface="Open Sans"/>
                <a:ea typeface="Open Sans"/>
                <a:cs typeface="Open Sans"/>
              </a:rPr>
              <a:t>	</a:t>
            </a:r>
            <a:r>
              <a:rPr lang="en-US" b="1" dirty="0">
                <a:latin typeface="Open Sans"/>
                <a:ea typeface="Open Sans"/>
                <a:cs typeface="Open Sans"/>
              </a:rPr>
              <a:t>ACM: 552</a:t>
            </a:r>
            <a:endParaRPr lang="en-US" b="1" dirty="0"/>
          </a:p>
          <a:p>
            <a:endParaRPr lang="en-US" dirty="0"/>
          </a:p>
          <a:p>
            <a:r>
              <a:rPr lang="en-US" sz="2000" b="1" dirty="0">
                <a:solidFill>
                  <a:srgbClr val="C51926"/>
                </a:solidFill>
              </a:rPr>
              <a:t>Additional Filters Applied 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b="1" dirty="0"/>
              <a:t>IEEE: </a:t>
            </a:r>
            <a:r>
              <a:rPr lang="en-US" dirty="0"/>
              <a:t>Conferences, Journals, Machine Learning, Machine Learning Models and 		Algorithmic Fairness. 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b="1" dirty="0"/>
              <a:t>Springer: </a:t>
            </a:r>
            <a:r>
              <a:rPr lang="en-US" dirty="0"/>
              <a:t>(Fairness, Computer Science, Artificial Intelligence and Ethics); (Discrimination, 	Computer Science and Ethics) 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b="1" dirty="0"/>
              <a:t>ACM: </a:t>
            </a:r>
            <a:r>
              <a:rPr lang="en-US" dirty="0"/>
              <a:t>Research article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1352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2C254C-09A8-9759-E049-C9C9F44F97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533" y="1239864"/>
            <a:ext cx="10515511" cy="4343903"/>
          </a:xfrm>
        </p:spPr>
        <p:txBody>
          <a:bodyPr lIns="91440" tIns="45720" rIns="91440" bIns="45720" anchor="t"/>
          <a:lstStyle/>
          <a:p>
            <a:r>
              <a:rPr lang="en-US" sz="2000" b="1" dirty="0">
                <a:solidFill>
                  <a:srgbClr val="C51926"/>
                </a:solidFill>
              </a:rPr>
              <a:t>Search Results After Applying Filters</a:t>
            </a:r>
          </a:p>
          <a:p>
            <a:pPr marL="114300" indent="0">
              <a:buNone/>
            </a:pPr>
            <a:r>
              <a:rPr lang="en-US" dirty="0">
                <a:latin typeface="Open Sans"/>
                <a:ea typeface="Open Sans"/>
                <a:cs typeface="Open Sans"/>
              </a:rPr>
              <a:t>	</a:t>
            </a:r>
            <a:r>
              <a:rPr lang="en-US" b="1" dirty="0">
                <a:latin typeface="Open Sans"/>
                <a:ea typeface="Open Sans"/>
                <a:cs typeface="Open Sans"/>
              </a:rPr>
              <a:t>IEEE: 121</a:t>
            </a:r>
            <a:r>
              <a:rPr lang="en-US" dirty="0">
                <a:latin typeface="Open Sans"/>
                <a:ea typeface="Open Sans"/>
                <a:cs typeface="Open Sans"/>
              </a:rPr>
              <a:t> 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b="1" dirty="0"/>
              <a:t>Springer: </a:t>
            </a:r>
            <a:r>
              <a:rPr lang="en-US" dirty="0"/>
              <a:t>28</a:t>
            </a:r>
          </a:p>
          <a:p>
            <a:pPr marL="114300" indent="0">
              <a:buNone/>
            </a:pPr>
            <a:r>
              <a:rPr lang="en-US" dirty="0">
                <a:latin typeface="Open Sans"/>
                <a:ea typeface="Open Sans"/>
                <a:cs typeface="Open Sans"/>
              </a:rPr>
              <a:t>	</a:t>
            </a:r>
            <a:r>
              <a:rPr lang="en-US" b="1" dirty="0">
                <a:latin typeface="Open Sans"/>
                <a:ea typeface="Open Sans"/>
                <a:cs typeface="Open Sans"/>
              </a:rPr>
              <a:t>ACM: 406</a:t>
            </a:r>
            <a:endParaRPr lang="en-US" b="1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B26E4DA4-26DB-3BF3-2CC9-3A3D9E0530A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0679346"/>
              </p:ext>
            </p:extLst>
          </p:nvPr>
        </p:nvGraphicFramePr>
        <p:xfrm>
          <a:off x="4895125" y="1655115"/>
          <a:ext cx="6670342" cy="44468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73510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09CAA65-EC3F-32F5-EC4D-0A3B5ED7FA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58179010"/>
              </p:ext>
            </p:extLst>
          </p:nvPr>
        </p:nvGraphicFramePr>
        <p:xfrm>
          <a:off x="4429557" y="2011663"/>
          <a:ext cx="6971436" cy="3520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F5447BD-5D97-8FEF-E6E1-1BFBB2C7563D}"/>
              </a:ext>
            </a:extLst>
          </p:cNvPr>
          <p:cNvSpPr txBox="1"/>
          <p:nvPr/>
        </p:nvSpPr>
        <p:spPr>
          <a:xfrm>
            <a:off x="733425" y="1396110"/>
            <a:ext cx="7181850" cy="163121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2800" b="1" dirty="0">
                <a:solidFill>
                  <a:srgbClr val="C51926"/>
                </a:solidFill>
              </a:rPr>
              <a:t>Relevant Documents </a:t>
            </a:r>
          </a:p>
          <a:p>
            <a:pPr marL="11430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IEEE: 11</a:t>
            </a:r>
            <a:endParaRPr lang="en-US" sz="2400" b="1" dirty="0">
              <a:ea typeface="Open Sans"/>
              <a:cs typeface="Open Sans"/>
            </a:endParaRPr>
          </a:p>
          <a:p>
            <a:pPr marL="11430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Springer: </a:t>
            </a:r>
            <a:r>
              <a:rPr lang="en-US" sz="2400" dirty="0"/>
              <a:t>20</a:t>
            </a:r>
          </a:p>
          <a:p>
            <a:pPr marL="114300" indent="0">
              <a:buNone/>
            </a:pPr>
            <a:r>
              <a:rPr lang="en-US" sz="2400" dirty="0"/>
              <a:t>	</a:t>
            </a:r>
            <a:r>
              <a:rPr lang="en-US" sz="2400" b="1" dirty="0"/>
              <a:t>ACM:  </a:t>
            </a:r>
            <a:r>
              <a:rPr lang="en-US" sz="2400" dirty="0"/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39403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94635-BAEB-06A5-51CF-400D53460B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 Aspects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551381-3266-10CC-ABCC-46DB8522C2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6533" y="1524000"/>
            <a:ext cx="10515511" cy="4059767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b="1" dirty="0">
                <a:solidFill>
                  <a:srgbClr val="C51926"/>
                </a:solidFill>
              </a:rPr>
              <a:t>A1. </a:t>
            </a:r>
            <a:r>
              <a:rPr lang="en-US" sz="1800" dirty="0"/>
              <a:t>Which understanding of fairness do the authors have?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C51926"/>
                </a:solidFill>
              </a:rPr>
              <a:t>A2. </a:t>
            </a:r>
            <a:r>
              <a:rPr lang="en-US" sz="1800" dirty="0"/>
              <a:t>What is the considered cause of discrimination?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C51926"/>
                </a:solidFill>
              </a:rPr>
              <a:t>A3. </a:t>
            </a:r>
            <a:r>
              <a:rPr lang="en-US" sz="1800" dirty="0"/>
              <a:t>Examine how authors address protected attributes such as race, gender or age in their analyses of fairness; whether authors account for overlapping or intersecting nature of multiple protected attributes.</a:t>
            </a:r>
          </a:p>
          <a:p>
            <a:pPr marL="0" indent="0" algn="just">
              <a:buNone/>
            </a:pPr>
            <a:r>
              <a:rPr lang="en-US" sz="2000" b="1" dirty="0">
                <a:solidFill>
                  <a:srgbClr val="C51926"/>
                </a:solidFill>
              </a:rPr>
              <a:t>A4. </a:t>
            </a:r>
            <a:r>
              <a:rPr lang="en-US" sz="1800" dirty="0"/>
              <a:t>Evaluate whether authors explicitly discuss the trade-offs between fairness objectives and other performance criteria, such as accuracy or efficiency, and how they navigate these trade-offs 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6242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9C292-10A5-DE96-B131-41C5AEE77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7865" y="2932483"/>
            <a:ext cx="2196269" cy="496517"/>
          </a:xfrm>
        </p:spPr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7690067"/>
      </p:ext>
    </p:extLst>
  </p:cSld>
  <p:clrMapOvr>
    <a:masterClrMapping/>
  </p:clrMapOvr>
</p:sld>
</file>

<file path=ppt/theme/theme1.xml><?xml version="1.0" encoding="utf-8"?>
<a:theme xmlns:a="http://schemas.openxmlformats.org/drawingml/2006/main" name="Inhaltsseiten">
  <a:themeElements>
    <a:clrScheme name="Benutzerdefiniert 2">
      <a:dk1>
        <a:srgbClr val="000000"/>
      </a:dk1>
      <a:lt1>
        <a:srgbClr val="FFFFFF"/>
      </a:lt1>
      <a:dk2>
        <a:srgbClr val="C61A27"/>
      </a:dk2>
      <a:lt2>
        <a:srgbClr val="FFFFFF"/>
      </a:lt2>
      <a:accent1>
        <a:srgbClr val="C61A27"/>
      </a:accent1>
      <a:accent2>
        <a:srgbClr val="004861"/>
      </a:accent2>
      <a:accent3>
        <a:srgbClr val="DD7522"/>
      </a:accent3>
      <a:accent4>
        <a:srgbClr val="793379"/>
      </a:accent4>
      <a:accent5>
        <a:srgbClr val="00978A"/>
      </a:accent5>
      <a:accent6>
        <a:srgbClr val="009BD6"/>
      </a:accent6>
      <a:hlink>
        <a:srgbClr val="C61A27"/>
      </a:hlink>
      <a:folHlink>
        <a:srgbClr val="83A0AF"/>
      </a:folHlink>
    </a:clrScheme>
    <a:fontScheme name="UniKo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Koblenz_PowerPoint_16-9_la2a.potx" id="{905B87C7-3BD4-8748-BE4C-FD065813BF50}" vid="{BB77CC1A-D5A3-9645-9820-027963EB7484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itelseiten">
  <a:themeElements>
    <a:clrScheme name="Benutzerdefiniert 2">
      <a:dk1>
        <a:srgbClr val="000000"/>
      </a:dk1>
      <a:lt1>
        <a:srgbClr val="FFFFFF"/>
      </a:lt1>
      <a:dk2>
        <a:srgbClr val="C61A27"/>
      </a:dk2>
      <a:lt2>
        <a:srgbClr val="FFFFFF"/>
      </a:lt2>
      <a:accent1>
        <a:srgbClr val="C61A27"/>
      </a:accent1>
      <a:accent2>
        <a:srgbClr val="004861"/>
      </a:accent2>
      <a:accent3>
        <a:srgbClr val="DD7522"/>
      </a:accent3>
      <a:accent4>
        <a:srgbClr val="793379"/>
      </a:accent4>
      <a:accent5>
        <a:srgbClr val="00978A"/>
      </a:accent5>
      <a:accent6>
        <a:srgbClr val="009BD6"/>
      </a:accent6>
      <a:hlink>
        <a:srgbClr val="C61A27"/>
      </a:hlink>
      <a:folHlink>
        <a:srgbClr val="83A0AF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Koblenz_PowerPoint_16-9_la2a.potx" id="{905B87C7-3BD4-8748-BE4C-FD065813BF50}" vid="{52531FA7-68D1-7A46-AD72-A629FEAB1715}"/>
    </a:ext>
  </a:extLst>
</a:theme>
</file>

<file path=ppt/theme/theme4.xml><?xml version="1.0" encoding="utf-8"?>
<a:theme xmlns:a="http://schemas.openxmlformats.org/drawingml/2006/main" name="Hervorhebungen">
  <a:themeElements>
    <a:clrScheme name="Master Rot">
      <a:dk1>
        <a:srgbClr val="FFFFFF"/>
      </a:dk1>
      <a:lt1>
        <a:srgbClr val="FFFFFF"/>
      </a:lt1>
      <a:dk2>
        <a:srgbClr val="C61A27"/>
      </a:dk2>
      <a:lt2>
        <a:srgbClr val="C61A27"/>
      </a:lt2>
      <a:accent1>
        <a:srgbClr val="C51925"/>
      </a:accent1>
      <a:accent2>
        <a:srgbClr val="004861"/>
      </a:accent2>
      <a:accent3>
        <a:srgbClr val="DD7522"/>
      </a:accent3>
      <a:accent4>
        <a:srgbClr val="793379"/>
      </a:accent4>
      <a:accent5>
        <a:srgbClr val="00978A"/>
      </a:accent5>
      <a:accent6>
        <a:srgbClr val="009BD6"/>
      </a:accent6>
      <a:hlink>
        <a:srgbClr val="FFFFFF"/>
      </a:hlink>
      <a:folHlink>
        <a:srgbClr val="83A0AF"/>
      </a:folHlink>
    </a:clrScheme>
    <a:fontScheme name="UniKo">
      <a:majorFont>
        <a:latin typeface="Open Sans Extrabold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UniKoblenz_PowerPoint_16-9_la2a.potx" id="{905B87C7-3BD4-8748-BE4C-FD065813BF50}" vid="{16BA0F69-856A-6C4B-A30E-B2405E215914}"/>
    </a:ext>
  </a:extLst>
</a:theme>
</file>

<file path=ppt/theme/theme5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9138303EEA2C40AA02ACC65BB24DFC" ma:contentTypeVersion="12" ma:contentTypeDescription="Create a new document." ma:contentTypeScope="" ma:versionID="3901019dee6dd8655f3c9f0b0140cff9">
  <xsd:schema xmlns:xsd="http://www.w3.org/2001/XMLSchema" xmlns:xs="http://www.w3.org/2001/XMLSchema" xmlns:p="http://schemas.microsoft.com/office/2006/metadata/properties" xmlns:ns3="7f944386-333e-46fa-a5b2-de0db57acb7c" xmlns:ns4="fe7239c3-8578-485a-b74b-80e812f8e494" targetNamespace="http://schemas.microsoft.com/office/2006/metadata/properties" ma:root="true" ma:fieldsID="97e7de50fc4ee7428c0a2a490877274d" ns3:_="" ns4:_="">
    <xsd:import namespace="7f944386-333e-46fa-a5b2-de0db57acb7c"/>
    <xsd:import namespace="fe7239c3-8578-485a-b74b-80e812f8e494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OCR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944386-333e-46fa-a5b2-de0db57acb7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7239c3-8578-485a-b74b-80e812f8e49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e7239c3-8578-485a-b74b-80e812f8e494" xsi:nil="true"/>
  </documentManagement>
</p:properties>
</file>

<file path=customXml/itemProps1.xml><?xml version="1.0" encoding="utf-8"?>
<ds:datastoreItem xmlns:ds="http://schemas.openxmlformats.org/officeDocument/2006/customXml" ds:itemID="{B563670E-BF21-442E-9437-41DC6719B565}">
  <ds:schemaRefs>
    <ds:schemaRef ds:uri="7f944386-333e-46fa-a5b2-de0db57acb7c"/>
    <ds:schemaRef ds:uri="fe7239c3-8578-485a-b74b-80e812f8e494"/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DE3E729-5775-45C6-833F-42FFD6A5CC2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143D0F-F057-4C34-BB11-7121B13A0495}">
  <ds:schemaRefs>
    <ds:schemaRef ds:uri="fe7239c3-8578-485a-b74b-80e812f8e494"/>
    <ds:schemaRef ds:uri="http://schemas.microsoft.com/office/2006/metadata/properties"/>
    <ds:schemaRef ds:uri="http://www.w3.org/2000/xmlns/"/>
    <ds:schemaRef ds:uri="http://www.w3.org/2001/XMLSchema-instance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Inhaltsseiten</Template>
  <TotalTime>0</TotalTime>
  <Words>377</Words>
  <Application>Microsoft Office PowerPoint</Application>
  <PresentationFormat>Widescreen</PresentationFormat>
  <Paragraphs>41</Paragraphs>
  <Slides>8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Inhaltsseiten</vt:lpstr>
      <vt:lpstr>Custom Design</vt:lpstr>
      <vt:lpstr>Titelseiten</vt:lpstr>
      <vt:lpstr>Hervorhebungen</vt:lpstr>
      <vt:lpstr>PowerPoint Presentation</vt:lpstr>
      <vt:lpstr>Progress</vt:lpstr>
      <vt:lpstr>Systematic Literature Review </vt:lpstr>
      <vt:lpstr>Search Result </vt:lpstr>
      <vt:lpstr>PowerPoint Presentation</vt:lpstr>
      <vt:lpstr>PowerPoint Presentation</vt:lpstr>
      <vt:lpstr>Review Aspects 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Demonstrating the Eclipse Dataspace Connector</dc:title>
  <dc:subject/>
  <dc:creator>Nimritee Sirsalewala</dc:creator>
  <cp:keywords/>
  <dc:description/>
  <cp:lastModifiedBy>Rahul Thiruvengadam</cp:lastModifiedBy>
  <cp:revision>25</cp:revision>
  <cp:lastPrinted>2023-02-05T21:23:04Z</cp:lastPrinted>
  <dcterms:created xsi:type="dcterms:W3CDTF">2023-02-02T16:25:27Z</dcterms:created>
  <dcterms:modified xsi:type="dcterms:W3CDTF">2024-07-04T04:18:18Z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0x010100759138303EEA2C40AA02ACC65BB24DFC</vt:lpwstr>
  </property>
</Properties>
</file>