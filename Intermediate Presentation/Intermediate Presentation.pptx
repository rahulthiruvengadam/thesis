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 id="2147483734" r:id="rId5"/>
    <p:sldMasterId id="2147483668" r:id="rId6"/>
    <p:sldMasterId id="2147483685" r:id="rId7"/>
  </p:sldMasterIdLst>
  <p:notesMasterIdLst>
    <p:notesMasterId r:id="rId29"/>
  </p:notesMasterIdLst>
  <p:handoutMasterIdLst>
    <p:handoutMasterId r:id="rId30"/>
  </p:handoutMasterIdLst>
  <p:sldIdLst>
    <p:sldId id="257" r:id="rId8"/>
    <p:sldId id="267" r:id="rId9"/>
    <p:sldId id="268" r:id="rId10"/>
    <p:sldId id="271" r:id="rId11"/>
    <p:sldId id="270" r:id="rId12"/>
    <p:sldId id="282" r:id="rId13"/>
    <p:sldId id="269" r:id="rId14"/>
    <p:sldId id="283" r:id="rId15"/>
    <p:sldId id="258" r:id="rId16"/>
    <p:sldId id="274" r:id="rId17"/>
    <p:sldId id="285" r:id="rId18"/>
    <p:sldId id="286" r:id="rId19"/>
    <p:sldId id="287" r:id="rId20"/>
    <p:sldId id="280" r:id="rId21"/>
    <p:sldId id="288" r:id="rId22"/>
    <p:sldId id="289" r:id="rId23"/>
    <p:sldId id="275" r:id="rId24"/>
    <p:sldId id="281" r:id="rId25"/>
    <p:sldId id="276" r:id="rId26"/>
    <p:sldId id="277" r:id="rId27"/>
    <p:sldId id="262" r:id="rId28"/>
  </p:sldIdLst>
  <p:sldSz cx="12192000" cy="6858000"/>
  <p:notesSz cx="6858000" cy="9144000"/>
  <p:embeddedFontLst>
    <p:embeddedFont>
      <p:font typeface="Open Sans" panose="020B0606030504020204" pitchFamily="34" charset="0"/>
      <p:regular r:id="rId31"/>
      <p:bold r:id="rId32"/>
      <p:italic r:id="rId33"/>
      <p:boldItalic r:id="rId34"/>
    </p:embeddedFont>
    <p:embeddedFont>
      <p:font typeface="Open Sans Extrabold" panose="020B0906030804020204" pitchFamily="34" charset="0"/>
      <p:bold r:id="rId35"/>
      <p:boldItalic r:id="rId36"/>
    </p:embeddedFont>
    <p:embeddedFont>
      <p:font typeface="Open Sans Light" panose="020B0306030504020204" pitchFamily="34" charset="0"/>
      <p:regular r:id="rId37"/>
      <p:italic r:id="rId38"/>
    </p:embeddedFont>
    <p:embeddedFont>
      <p:font typeface="Open Sans Semibold" panose="020B0706030804020204" pitchFamily="34" charset="0"/>
      <p:bold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rhard Lerch" initials="GL" lastIdx="35" clrIdx="0">
    <p:extLst>
      <p:ext uri="{19B8F6BF-5375-455C-9EA6-DF929625EA0E}">
        <p15:presenceInfo xmlns:p15="http://schemas.microsoft.com/office/powerpoint/2012/main" userId="Gerhard Lerch" providerId="None"/>
      </p:ext>
    </p:extLst>
  </p:cmAuthor>
  <p:cmAuthor id="2" name="Nikolas Klauser" initials="NK" lastIdx="5" clrIdx="1">
    <p:extLst>
      <p:ext uri="{19B8F6BF-5375-455C-9EA6-DF929625EA0E}">
        <p15:presenceInfo xmlns:p15="http://schemas.microsoft.com/office/powerpoint/2012/main" userId="6f5b20237fbf398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1A27"/>
    <a:srgbClr val="E0AEAF"/>
    <a:srgbClr val="C519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538" autoAdjust="0"/>
  </p:normalViewPr>
  <p:slideViewPr>
    <p:cSldViewPr snapToGrid="0">
      <p:cViewPr varScale="1">
        <p:scale>
          <a:sx n="98" d="100"/>
          <a:sy n="98" d="100"/>
        </p:scale>
        <p:origin x="1074" y="7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font" Target="fonts/font3.fntdata"/><Relationship Id="rId38"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41"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font" Target="fonts/font6.fntdata"/><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FA8608-9B63-4693-98A8-EC39E24EED4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278D68F-C782-432E-867E-F8A8DD99FF60}">
      <dgm:prSet/>
      <dgm:spPr/>
      <dgm:t>
        <a:bodyPr/>
        <a:lstStyle/>
        <a:p>
          <a:pPr>
            <a:lnSpc>
              <a:spcPct val="100000"/>
            </a:lnSpc>
          </a:pPr>
          <a:r>
            <a:rPr lang="en-US"/>
            <a:t>Introduction and Motivation	 </a:t>
          </a:r>
        </a:p>
      </dgm:t>
    </dgm:pt>
    <dgm:pt modelId="{7A5AB313-A851-48D1-9828-2B7746B65C24}" type="parTrans" cxnId="{47E09414-5F24-4FA5-BD6A-1A745FB3DF51}">
      <dgm:prSet/>
      <dgm:spPr/>
      <dgm:t>
        <a:bodyPr/>
        <a:lstStyle/>
        <a:p>
          <a:endParaRPr lang="en-US"/>
        </a:p>
      </dgm:t>
    </dgm:pt>
    <dgm:pt modelId="{265C207A-B781-4995-9A13-130FA2A317D6}" type="sibTrans" cxnId="{47E09414-5F24-4FA5-BD6A-1A745FB3DF51}">
      <dgm:prSet/>
      <dgm:spPr/>
      <dgm:t>
        <a:bodyPr/>
        <a:lstStyle/>
        <a:p>
          <a:endParaRPr lang="en-US"/>
        </a:p>
      </dgm:t>
    </dgm:pt>
    <dgm:pt modelId="{24EFDE2E-A50D-49D9-9A2A-95EA863C1C2C}">
      <dgm:prSet/>
      <dgm:spPr/>
      <dgm:t>
        <a:bodyPr/>
        <a:lstStyle/>
        <a:p>
          <a:pPr>
            <a:lnSpc>
              <a:spcPct val="100000"/>
            </a:lnSpc>
          </a:pPr>
          <a:r>
            <a:rPr lang="en-US" dirty="0"/>
            <a:t>State of the Art</a:t>
          </a:r>
        </a:p>
      </dgm:t>
    </dgm:pt>
    <dgm:pt modelId="{595B96FF-0803-4D2C-B62A-58DAD10AA042}" type="parTrans" cxnId="{3956DDB2-485C-4418-9674-6C3740D24D2F}">
      <dgm:prSet/>
      <dgm:spPr/>
      <dgm:t>
        <a:bodyPr/>
        <a:lstStyle/>
        <a:p>
          <a:endParaRPr lang="en-US"/>
        </a:p>
      </dgm:t>
    </dgm:pt>
    <dgm:pt modelId="{9E83FFE3-5214-4F22-9932-F7E799C167CD}" type="sibTrans" cxnId="{3956DDB2-485C-4418-9674-6C3740D24D2F}">
      <dgm:prSet/>
      <dgm:spPr/>
      <dgm:t>
        <a:bodyPr/>
        <a:lstStyle/>
        <a:p>
          <a:endParaRPr lang="en-US"/>
        </a:p>
      </dgm:t>
    </dgm:pt>
    <dgm:pt modelId="{273509B6-0657-4C90-870C-6B2D21686FB2}">
      <dgm:prSet/>
      <dgm:spPr/>
      <dgm:t>
        <a:bodyPr/>
        <a:lstStyle/>
        <a:p>
          <a:pPr>
            <a:lnSpc>
              <a:spcPct val="100000"/>
            </a:lnSpc>
          </a:pPr>
          <a:r>
            <a:rPr lang="en-US"/>
            <a:t>Why should fairness be considered in Requirements Engineering?</a:t>
          </a:r>
        </a:p>
      </dgm:t>
    </dgm:pt>
    <dgm:pt modelId="{2543007C-3F70-408E-98D2-812BE662CADD}" type="parTrans" cxnId="{C3E2E791-E8FD-438D-AD01-4E80AD0D864C}">
      <dgm:prSet/>
      <dgm:spPr/>
      <dgm:t>
        <a:bodyPr/>
        <a:lstStyle/>
        <a:p>
          <a:endParaRPr lang="en-US"/>
        </a:p>
      </dgm:t>
    </dgm:pt>
    <dgm:pt modelId="{13961B73-171E-43BA-8781-DCDF8F5C966E}" type="sibTrans" cxnId="{C3E2E791-E8FD-438D-AD01-4E80AD0D864C}">
      <dgm:prSet/>
      <dgm:spPr/>
      <dgm:t>
        <a:bodyPr/>
        <a:lstStyle/>
        <a:p>
          <a:endParaRPr lang="en-US"/>
        </a:p>
      </dgm:t>
    </dgm:pt>
    <dgm:pt modelId="{C1217975-3120-4DF7-A72C-B49F6D7CE1DC}">
      <dgm:prSet/>
      <dgm:spPr/>
      <dgm:t>
        <a:bodyPr/>
        <a:lstStyle/>
        <a:p>
          <a:pPr>
            <a:lnSpc>
              <a:spcPct val="100000"/>
            </a:lnSpc>
          </a:pPr>
          <a:r>
            <a:rPr lang="en-US"/>
            <a:t>Why is specifying fairness requirements challenging? </a:t>
          </a:r>
        </a:p>
      </dgm:t>
    </dgm:pt>
    <dgm:pt modelId="{93DC2344-98E5-49CF-A4CB-37A7519A8DDA}" type="parTrans" cxnId="{4404718D-B3DB-48FF-87C0-6F69351BDDCE}">
      <dgm:prSet/>
      <dgm:spPr/>
      <dgm:t>
        <a:bodyPr/>
        <a:lstStyle/>
        <a:p>
          <a:endParaRPr lang="en-US"/>
        </a:p>
      </dgm:t>
    </dgm:pt>
    <dgm:pt modelId="{C703C2CA-F251-4BE7-81DC-D191598A57A5}" type="sibTrans" cxnId="{4404718D-B3DB-48FF-87C0-6F69351BDDCE}">
      <dgm:prSet/>
      <dgm:spPr/>
      <dgm:t>
        <a:bodyPr/>
        <a:lstStyle/>
        <a:p>
          <a:endParaRPr lang="en-US"/>
        </a:p>
      </dgm:t>
    </dgm:pt>
    <dgm:pt modelId="{181C97AB-5314-43D4-AC0B-CAB1DE54ADE4}">
      <dgm:prSet/>
      <dgm:spPr/>
      <dgm:t>
        <a:bodyPr/>
        <a:lstStyle/>
        <a:p>
          <a:pPr>
            <a:lnSpc>
              <a:spcPct val="100000"/>
            </a:lnSpc>
          </a:pPr>
          <a:r>
            <a:rPr lang="en-US"/>
            <a:t>Research Questions</a:t>
          </a:r>
        </a:p>
      </dgm:t>
    </dgm:pt>
    <dgm:pt modelId="{B08DB3BA-1938-470C-B15D-104FD71B2CC7}" type="parTrans" cxnId="{0B6C60AE-8387-4E0A-B1AC-7EF6DF511D30}">
      <dgm:prSet/>
      <dgm:spPr/>
      <dgm:t>
        <a:bodyPr/>
        <a:lstStyle/>
        <a:p>
          <a:endParaRPr lang="en-US"/>
        </a:p>
      </dgm:t>
    </dgm:pt>
    <dgm:pt modelId="{93181998-2690-43B6-8C3A-0D4252280569}" type="sibTrans" cxnId="{0B6C60AE-8387-4E0A-B1AC-7EF6DF511D30}">
      <dgm:prSet/>
      <dgm:spPr/>
      <dgm:t>
        <a:bodyPr/>
        <a:lstStyle/>
        <a:p>
          <a:endParaRPr lang="en-US"/>
        </a:p>
      </dgm:t>
    </dgm:pt>
    <dgm:pt modelId="{0CD4B099-2544-4499-B679-6037AE6FF562}">
      <dgm:prSet/>
      <dgm:spPr/>
      <dgm:t>
        <a:bodyPr/>
        <a:lstStyle/>
        <a:p>
          <a:pPr>
            <a:lnSpc>
              <a:spcPct val="100000"/>
            </a:lnSpc>
          </a:pPr>
          <a:r>
            <a:rPr lang="en-US"/>
            <a:t>Methodology</a:t>
          </a:r>
        </a:p>
      </dgm:t>
    </dgm:pt>
    <dgm:pt modelId="{BEB7D13D-E936-481C-AFB5-3982FA418782}" type="parTrans" cxnId="{92A105B3-A81F-4242-9B27-5124A2702105}">
      <dgm:prSet/>
      <dgm:spPr/>
      <dgm:t>
        <a:bodyPr/>
        <a:lstStyle/>
        <a:p>
          <a:endParaRPr lang="en-US"/>
        </a:p>
      </dgm:t>
    </dgm:pt>
    <dgm:pt modelId="{468DCA95-D355-4626-BC09-B33BBB9F2F01}" type="sibTrans" cxnId="{92A105B3-A81F-4242-9B27-5124A2702105}">
      <dgm:prSet/>
      <dgm:spPr/>
      <dgm:t>
        <a:bodyPr/>
        <a:lstStyle/>
        <a:p>
          <a:endParaRPr lang="en-US"/>
        </a:p>
      </dgm:t>
    </dgm:pt>
    <dgm:pt modelId="{368845A8-0040-4476-A638-0FE91C52882F}">
      <dgm:prSet/>
      <dgm:spPr/>
      <dgm:t>
        <a:bodyPr/>
        <a:lstStyle/>
        <a:p>
          <a:pPr>
            <a:lnSpc>
              <a:spcPct val="100000"/>
            </a:lnSpc>
          </a:pPr>
          <a:r>
            <a:rPr lang="en-US"/>
            <a:t>Work Packages and Schedules </a:t>
          </a:r>
        </a:p>
      </dgm:t>
    </dgm:pt>
    <dgm:pt modelId="{D3FEA8E0-B32E-4563-BDD5-D31D4332DF69}" type="parTrans" cxnId="{40757158-DF8D-42E5-A6A6-DA4DC6D8DC1F}">
      <dgm:prSet/>
      <dgm:spPr/>
      <dgm:t>
        <a:bodyPr/>
        <a:lstStyle/>
        <a:p>
          <a:endParaRPr lang="en-US"/>
        </a:p>
      </dgm:t>
    </dgm:pt>
    <dgm:pt modelId="{33FA0A0E-E12F-4EA3-B281-B948A0093998}" type="sibTrans" cxnId="{40757158-DF8D-42E5-A6A6-DA4DC6D8DC1F}">
      <dgm:prSet/>
      <dgm:spPr/>
      <dgm:t>
        <a:bodyPr/>
        <a:lstStyle/>
        <a:p>
          <a:endParaRPr lang="en-US"/>
        </a:p>
      </dgm:t>
    </dgm:pt>
    <dgm:pt modelId="{D84451A2-3821-4F4E-92D8-7F8E6E18CB8E}" type="pres">
      <dgm:prSet presAssocID="{76FA8608-9B63-4693-98A8-EC39E24EED4F}" presName="root" presStyleCnt="0">
        <dgm:presLayoutVars>
          <dgm:dir/>
          <dgm:resizeHandles val="exact"/>
        </dgm:presLayoutVars>
      </dgm:prSet>
      <dgm:spPr/>
    </dgm:pt>
    <dgm:pt modelId="{2C336FCD-59D7-4DA9-A88F-274857995F23}" type="pres">
      <dgm:prSet presAssocID="{7278D68F-C782-432E-867E-F8A8DD99FF60}" presName="compNode" presStyleCnt="0"/>
      <dgm:spPr/>
    </dgm:pt>
    <dgm:pt modelId="{B63A2B94-D9B7-49F0-BB20-2AD2064ACCFE}" type="pres">
      <dgm:prSet presAssocID="{7278D68F-C782-432E-867E-F8A8DD99FF60}" presName="bgRect" presStyleLbl="bgShp" presStyleIdx="0" presStyleCnt="7"/>
      <dgm:spPr/>
    </dgm:pt>
    <dgm:pt modelId="{1D65B1A2-E064-442F-B720-7E5BC2B140F0}" type="pres">
      <dgm:prSet presAssocID="{7278D68F-C782-432E-867E-F8A8DD99FF60}"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lay"/>
        </a:ext>
      </dgm:extLst>
    </dgm:pt>
    <dgm:pt modelId="{136439F7-18FE-47CC-8452-C4FF7563DE5C}" type="pres">
      <dgm:prSet presAssocID="{7278D68F-C782-432E-867E-F8A8DD99FF60}" presName="spaceRect" presStyleCnt="0"/>
      <dgm:spPr/>
    </dgm:pt>
    <dgm:pt modelId="{71C70B53-908C-44A3-8549-5EEA90380A51}" type="pres">
      <dgm:prSet presAssocID="{7278D68F-C782-432E-867E-F8A8DD99FF60}" presName="parTx" presStyleLbl="revTx" presStyleIdx="0" presStyleCnt="7">
        <dgm:presLayoutVars>
          <dgm:chMax val="0"/>
          <dgm:chPref val="0"/>
        </dgm:presLayoutVars>
      </dgm:prSet>
      <dgm:spPr/>
    </dgm:pt>
    <dgm:pt modelId="{EB58CFA3-2DEC-4C4C-806E-DAC1C9E8C976}" type="pres">
      <dgm:prSet presAssocID="{265C207A-B781-4995-9A13-130FA2A317D6}" presName="sibTrans" presStyleCnt="0"/>
      <dgm:spPr/>
    </dgm:pt>
    <dgm:pt modelId="{FDF57FE4-1794-4FB2-B5DD-AD1EC93A1412}" type="pres">
      <dgm:prSet presAssocID="{24EFDE2E-A50D-49D9-9A2A-95EA863C1C2C}" presName="compNode" presStyleCnt="0"/>
      <dgm:spPr/>
    </dgm:pt>
    <dgm:pt modelId="{68FCAF14-5EB8-4C61-9ED9-F0F70E6177C2}" type="pres">
      <dgm:prSet presAssocID="{24EFDE2E-A50D-49D9-9A2A-95EA863C1C2C}" presName="bgRect" presStyleLbl="bgShp" presStyleIdx="1" presStyleCnt="7"/>
      <dgm:spPr/>
    </dgm:pt>
    <dgm:pt modelId="{0102155D-930A-4E24-8029-3E6BC819A73C}" type="pres">
      <dgm:prSet presAssocID="{24EFDE2E-A50D-49D9-9A2A-95EA863C1C2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abric Unsync Folder"/>
        </a:ext>
      </dgm:extLst>
    </dgm:pt>
    <dgm:pt modelId="{FD7EB90D-E791-4F13-B2DB-C80513742AC8}" type="pres">
      <dgm:prSet presAssocID="{24EFDE2E-A50D-49D9-9A2A-95EA863C1C2C}" presName="spaceRect" presStyleCnt="0"/>
      <dgm:spPr/>
    </dgm:pt>
    <dgm:pt modelId="{DE5C5BD2-A977-4DAF-BE97-3201B311C2B4}" type="pres">
      <dgm:prSet presAssocID="{24EFDE2E-A50D-49D9-9A2A-95EA863C1C2C}" presName="parTx" presStyleLbl="revTx" presStyleIdx="1" presStyleCnt="7">
        <dgm:presLayoutVars>
          <dgm:chMax val="0"/>
          <dgm:chPref val="0"/>
        </dgm:presLayoutVars>
      </dgm:prSet>
      <dgm:spPr/>
    </dgm:pt>
    <dgm:pt modelId="{6DEFF174-2CB6-455A-8CC5-88E513C37412}" type="pres">
      <dgm:prSet presAssocID="{9E83FFE3-5214-4F22-9932-F7E799C167CD}" presName="sibTrans" presStyleCnt="0"/>
      <dgm:spPr/>
    </dgm:pt>
    <dgm:pt modelId="{4440D0B1-246C-41CC-96FA-09DA274A0535}" type="pres">
      <dgm:prSet presAssocID="{273509B6-0657-4C90-870C-6B2D21686FB2}" presName="compNode" presStyleCnt="0"/>
      <dgm:spPr/>
    </dgm:pt>
    <dgm:pt modelId="{22C6126D-9678-4F8A-BB33-608FA5DB0848}" type="pres">
      <dgm:prSet presAssocID="{273509B6-0657-4C90-870C-6B2D21686FB2}" presName="bgRect" presStyleLbl="bgShp" presStyleIdx="2" presStyleCnt="7"/>
      <dgm:spPr/>
    </dgm:pt>
    <dgm:pt modelId="{97D8F0C4-2431-49C5-BD86-9831307CA894}" type="pres">
      <dgm:prSet presAssocID="{273509B6-0657-4C90-870C-6B2D21686FB2}"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agnostic"/>
        </a:ext>
      </dgm:extLst>
    </dgm:pt>
    <dgm:pt modelId="{94CFF831-7CB3-489B-9AF4-EBB078189F07}" type="pres">
      <dgm:prSet presAssocID="{273509B6-0657-4C90-870C-6B2D21686FB2}" presName="spaceRect" presStyleCnt="0"/>
      <dgm:spPr/>
    </dgm:pt>
    <dgm:pt modelId="{FEC7EC15-41F4-41D5-9527-465396E7067B}" type="pres">
      <dgm:prSet presAssocID="{273509B6-0657-4C90-870C-6B2D21686FB2}" presName="parTx" presStyleLbl="revTx" presStyleIdx="2" presStyleCnt="7">
        <dgm:presLayoutVars>
          <dgm:chMax val="0"/>
          <dgm:chPref val="0"/>
        </dgm:presLayoutVars>
      </dgm:prSet>
      <dgm:spPr/>
    </dgm:pt>
    <dgm:pt modelId="{89121E02-3A8D-416E-8687-6DCEA73EBF35}" type="pres">
      <dgm:prSet presAssocID="{13961B73-171E-43BA-8781-DCDF8F5C966E}" presName="sibTrans" presStyleCnt="0"/>
      <dgm:spPr/>
    </dgm:pt>
    <dgm:pt modelId="{44127286-2190-4CA4-A749-346DED95AB1D}" type="pres">
      <dgm:prSet presAssocID="{C1217975-3120-4DF7-A72C-B49F6D7CE1DC}" presName="compNode" presStyleCnt="0"/>
      <dgm:spPr/>
    </dgm:pt>
    <dgm:pt modelId="{752011D4-73B8-4527-9A9E-47ACA3EC3963}" type="pres">
      <dgm:prSet presAssocID="{C1217975-3120-4DF7-A72C-B49F6D7CE1DC}" presName="bgRect" presStyleLbl="bgShp" presStyleIdx="3" presStyleCnt="7"/>
      <dgm:spPr/>
    </dgm:pt>
    <dgm:pt modelId="{1DA9B853-8A53-46B6-B82A-CD96F47C020A}" type="pres">
      <dgm:prSet presAssocID="{C1217975-3120-4DF7-A72C-B49F6D7CE1DC}"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Questionnaire"/>
        </a:ext>
      </dgm:extLst>
    </dgm:pt>
    <dgm:pt modelId="{D92FCB87-5B86-440D-9CE0-84C2D8F75008}" type="pres">
      <dgm:prSet presAssocID="{C1217975-3120-4DF7-A72C-B49F6D7CE1DC}" presName="spaceRect" presStyleCnt="0"/>
      <dgm:spPr/>
    </dgm:pt>
    <dgm:pt modelId="{F8EA4611-900B-4A22-9755-7FFE5A057B1B}" type="pres">
      <dgm:prSet presAssocID="{C1217975-3120-4DF7-A72C-B49F6D7CE1DC}" presName="parTx" presStyleLbl="revTx" presStyleIdx="3" presStyleCnt="7">
        <dgm:presLayoutVars>
          <dgm:chMax val="0"/>
          <dgm:chPref val="0"/>
        </dgm:presLayoutVars>
      </dgm:prSet>
      <dgm:spPr/>
    </dgm:pt>
    <dgm:pt modelId="{9B61B394-0F8E-4CA1-9069-F05790BE0F39}" type="pres">
      <dgm:prSet presAssocID="{C703C2CA-F251-4BE7-81DC-D191598A57A5}" presName="sibTrans" presStyleCnt="0"/>
      <dgm:spPr/>
    </dgm:pt>
    <dgm:pt modelId="{AFF5820F-2708-46A3-A2FB-2510AADB9053}" type="pres">
      <dgm:prSet presAssocID="{181C97AB-5314-43D4-AC0B-CAB1DE54ADE4}" presName="compNode" presStyleCnt="0"/>
      <dgm:spPr/>
    </dgm:pt>
    <dgm:pt modelId="{D2C1C690-6A0F-4B98-AE97-31723800995B}" type="pres">
      <dgm:prSet presAssocID="{181C97AB-5314-43D4-AC0B-CAB1DE54ADE4}" presName="bgRect" presStyleLbl="bgShp" presStyleIdx="4" presStyleCnt="7"/>
      <dgm:spPr/>
    </dgm:pt>
    <dgm:pt modelId="{F13D6884-DDB0-48DF-B906-C63C4F456DE6}" type="pres">
      <dgm:prSet presAssocID="{181C97AB-5314-43D4-AC0B-CAB1DE54ADE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pen Enrollment"/>
        </a:ext>
      </dgm:extLst>
    </dgm:pt>
    <dgm:pt modelId="{C0A5209B-72D5-4B51-A8C6-251F2F8BF292}" type="pres">
      <dgm:prSet presAssocID="{181C97AB-5314-43D4-AC0B-CAB1DE54ADE4}" presName="spaceRect" presStyleCnt="0"/>
      <dgm:spPr/>
    </dgm:pt>
    <dgm:pt modelId="{D5FAB25F-D7DC-436C-8936-A29FDE83EE27}" type="pres">
      <dgm:prSet presAssocID="{181C97AB-5314-43D4-AC0B-CAB1DE54ADE4}" presName="parTx" presStyleLbl="revTx" presStyleIdx="4" presStyleCnt="7">
        <dgm:presLayoutVars>
          <dgm:chMax val="0"/>
          <dgm:chPref val="0"/>
        </dgm:presLayoutVars>
      </dgm:prSet>
      <dgm:spPr/>
    </dgm:pt>
    <dgm:pt modelId="{ECCD06E6-536D-4FF5-A13F-B475CFD2C809}" type="pres">
      <dgm:prSet presAssocID="{93181998-2690-43B6-8C3A-0D4252280569}" presName="sibTrans" presStyleCnt="0"/>
      <dgm:spPr/>
    </dgm:pt>
    <dgm:pt modelId="{42796508-075C-4E8C-87DF-D675B1238FB8}" type="pres">
      <dgm:prSet presAssocID="{0CD4B099-2544-4499-B679-6037AE6FF562}" presName="compNode" presStyleCnt="0"/>
      <dgm:spPr/>
    </dgm:pt>
    <dgm:pt modelId="{14601664-6F9F-487E-83F5-C189879882D3}" type="pres">
      <dgm:prSet presAssocID="{0CD4B099-2544-4499-B679-6037AE6FF562}" presName="bgRect" presStyleLbl="bgShp" presStyleIdx="5" presStyleCnt="7"/>
      <dgm:spPr/>
    </dgm:pt>
    <dgm:pt modelId="{BC584A60-B299-4C86-8E07-DCEFDDB651CC}" type="pres">
      <dgm:prSet presAssocID="{0CD4B099-2544-4499-B679-6037AE6FF56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ackage"/>
        </a:ext>
      </dgm:extLst>
    </dgm:pt>
    <dgm:pt modelId="{667E7A9F-E6B9-4542-917D-5849A0189B07}" type="pres">
      <dgm:prSet presAssocID="{0CD4B099-2544-4499-B679-6037AE6FF562}" presName="spaceRect" presStyleCnt="0"/>
      <dgm:spPr/>
    </dgm:pt>
    <dgm:pt modelId="{B67943A2-4A14-4D96-82BF-4DD6752F8900}" type="pres">
      <dgm:prSet presAssocID="{0CD4B099-2544-4499-B679-6037AE6FF562}" presName="parTx" presStyleLbl="revTx" presStyleIdx="5" presStyleCnt="7">
        <dgm:presLayoutVars>
          <dgm:chMax val="0"/>
          <dgm:chPref val="0"/>
        </dgm:presLayoutVars>
      </dgm:prSet>
      <dgm:spPr/>
    </dgm:pt>
    <dgm:pt modelId="{09744579-F4A4-4A02-A6FF-C68527630203}" type="pres">
      <dgm:prSet presAssocID="{468DCA95-D355-4626-BC09-B33BBB9F2F01}" presName="sibTrans" presStyleCnt="0"/>
      <dgm:spPr/>
    </dgm:pt>
    <dgm:pt modelId="{43651B00-BF9B-4E89-A879-458C4327215C}" type="pres">
      <dgm:prSet presAssocID="{368845A8-0040-4476-A638-0FE91C52882F}" presName="compNode" presStyleCnt="0"/>
      <dgm:spPr/>
    </dgm:pt>
    <dgm:pt modelId="{E2B04B01-11D3-4152-827A-D277673F5D72}" type="pres">
      <dgm:prSet presAssocID="{368845A8-0040-4476-A638-0FE91C52882F}" presName="bgRect" presStyleLbl="bgShp" presStyleIdx="6" presStyleCnt="7"/>
      <dgm:spPr/>
    </dgm:pt>
    <dgm:pt modelId="{9F3D9943-714C-4197-8993-9FF02052428D}" type="pres">
      <dgm:prSet presAssocID="{368845A8-0040-4476-A638-0FE91C52882F}"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dgm:spPr>
      <dgm:extLst>
        <a:ext uri="{E40237B7-FDA0-4F09-8148-C483321AD2D9}">
          <dgm14:cNvPr xmlns:dgm14="http://schemas.microsoft.com/office/drawing/2010/diagram" id="0" name="" descr="Daily calendar with solid fill"/>
        </a:ext>
      </dgm:extLst>
    </dgm:pt>
    <dgm:pt modelId="{E4C5E5BC-999A-4F6F-931A-11796F421893}" type="pres">
      <dgm:prSet presAssocID="{368845A8-0040-4476-A638-0FE91C52882F}" presName="spaceRect" presStyleCnt="0"/>
      <dgm:spPr/>
    </dgm:pt>
    <dgm:pt modelId="{E49242BE-363C-4B63-86AC-09C00EDF5802}" type="pres">
      <dgm:prSet presAssocID="{368845A8-0040-4476-A638-0FE91C52882F}" presName="parTx" presStyleLbl="revTx" presStyleIdx="6" presStyleCnt="7">
        <dgm:presLayoutVars>
          <dgm:chMax val="0"/>
          <dgm:chPref val="0"/>
        </dgm:presLayoutVars>
      </dgm:prSet>
      <dgm:spPr/>
    </dgm:pt>
  </dgm:ptLst>
  <dgm:cxnLst>
    <dgm:cxn modelId="{7CF90C0E-5AC4-4C62-BE5A-8D5E20F9E553}" type="presOf" srcId="{C1217975-3120-4DF7-A72C-B49F6D7CE1DC}" destId="{F8EA4611-900B-4A22-9755-7FFE5A057B1B}" srcOrd="0" destOrd="0" presId="urn:microsoft.com/office/officeart/2018/2/layout/IconVerticalSolidList"/>
    <dgm:cxn modelId="{47E09414-5F24-4FA5-BD6A-1A745FB3DF51}" srcId="{76FA8608-9B63-4693-98A8-EC39E24EED4F}" destId="{7278D68F-C782-432E-867E-F8A8DD99FF60}" srcOrd="0" destOrd="0" parTransId="{7A5AB313-A851-48D1-9828-2B7746B65C24}" sibTransId="{265C207A-B781-4995-9A13-130FA2A317D6}"/>
    <dgm:cxn modelId="{897DBC34-E542-478F-8A09-FE07C7892D32}" type="presOf" srcId="{368845A8-0040-4476-A638-0FE91C52882F}" destId="{E49242BE-363C-4B63-86AC-09C00EDF5802}" srcOrd="0" destOrd="0" presId="urn:microsoft.com/office/officeart/2018/2/layout/IconVerticalSolidList"/>
    <dgm:cxn modelId="{55642863-39E4-4803-B9B4-D65573281101}" type="presOf" srcId="{181C97AB-5314-43D4-AC0B-CAB1DE54ADE4}" destId="{D5FAB25F-D7DC-436C-8936-A29FDE83EE27}" srcOrd="0" destOrd="0" presId="urn:microsoft.com/office/officeart/2018/2/layout/IconVerticalSolidList"/>
    <dgm:cxn modelId="{E4E24251-3676-4912-A9D4-669E15A6AF6E}" type="presOf" srcId="{273509B6-0657-4C90-870C-6B2D21686FB2}" destId="{FEC7EC15-41F4-41D5-9527-465396E7067B}" srcOrd="0" destOrd="0" presId="urn:microsoft.com/office/officeart/2018/2/layout/IconVerticalSolidList"/>
    <dgm:cxn modelId="{40757158-DF8D-42E5-A6A6-DA4DC6D8DC1F}" srcId="{76FA8608-9B63-4693-98A8-EC39E24EED4F}" destId="{368845A8-0040-4476-A638-0FE91C52882F}" srcOrd="6" destOrd="0" parTransId="{D3FEA8E0-B32E-4563-BDD5-D31D4332DF69}" sibTransId="{33FA0A0E-E12F-4EA3-B281-B948A0093998}"/>
    <dgm:cxn modelId="{4404718D-B3DB-48FF-87C0-6F69351BDDCE}" srcId="{76FA8608-9B63-4693-98A8-EC39E24EED4F}" destId="{C1217975-3120-4DF7-A72C-B49F6D7CE1DC}" srcOrd="3" destOrd="0" parTransId="{93DC2344-98E5-49CF-A4CB-37A7519A8DDA}" sibTransId="{C703C2CA-F251-4BE7-81DC-D191598A57A5}"/>
    <dgm:cxn modelId="{C3E2E791-E8FD-438D-AD01-4E80AD0D864C}" srcId="{76FA8608-9B63-4693-98A8-EC39E24EED4F}" destId="{273509B6-0657-4C90-870C-6B2D21686FB2}" srcOrd="2" destOrd="0" parTransId="{2543007C-3F70-408E-98D2-812BE662CADD}" sibTransId="{13961B73-171E-43BA-8781-DCDF8F5C966E}"/>
    <dgm:cxn modelId="{0B6C60AE-8387-4E0A-B1AC-7EF6DF511D30}" srcId="{76FA8608-9B63-4693-98A8-EC39E24EED4F}" destId="{181C97AB-5314-43D4-AC0B-CAB1DE54ADE4}" srcOrd="4" destOrd="0" parTransId="{B08DB3BA-1938-470C-B15D-104FD71B2CC7}" sibTransId="{93181998-2690-43B6-8C3A-0D4252280569}"/>
    <dgm:cxn modelId="{3956DDB2-485C-4418-9674-6C3740D24D2F}" srcId="{76FA8608-9B63-4693-98A8-EC39E24EED4F}" destId="{24EFDE2E-A50D-49D9-9A2A-95EA863C1C2C}" srcOrd="1" destOrd="0" parTransId="{595B96FF-0803-4D2C-B62A-58DAD10AA042}" sibTransId="{9E83FFE3-5214-4F22-9932-F7E799C167CD}"/>
    <dgm:cxn modelId="{92A105B3-A81F-4242-9B27-5124A2702105}" srcId="{76FA8608-9B63-4693-98A8-EC39E24EED4F}" destId="{0CD4B099-2544-4499-B679-6037AE6FF562}" srcOrd="5" destOrd="0" parTransId="{BEB7D13D-E936-481C-AFB5-3982FA418782}" sibTransId="{468DCA95-D355-4626-BC09-B33BBB9F2F01}"/>
    <dgm:cxn modelId="{501E5FBB-6E6B-4A9A-903B-1C764E372E7C}" type="presOf" srcId="{0CD4B099-2544-4499-B679-6037AE6FF562}" destId="{B67943A2-4A14-4D96-82BF-4DD6752F8900}" srcOrd="0" destOrd="0" presId="urn:microsoft.com/office/officeart/2018/2/layout/IconVerticalSolidList"/>
    <dgm:cxn modelId="{D23572E3-BB87-4783-AF8B-E5E43F82379E}" type="presOf" srcId="{24EFDE2E-A50D-49D9-9A2A-95EA863C1C2C}" destId="{DE5C5BD2-A977-4DAF-BE97-3201B311C2B4}" srcOrd="0" destOrd="0" presId="urn:microsoft.com/office/officeart/2018/2/layout/IconVerticalSolidList"/>
    <dgm:cxn modelId="{98D832E4-C78D-459B-8B25-8107F3629A69}" type="presOf" srcId="{7278D68F-C782-432E-867E-F8A8DD99FF60}" destId="{71C70B53-908C-44A3-8549-5EEA90380A51}" srcOrd="0" destOrd="0" presId="urn:microsoft.com/office/officeart/2018/2/layout/IconVerticalSolidList"/>
    <dgm:cxn modelId="{55C600F3-7300-432E-A2B9-82BD4B767540}" type="presOf" srcId="{76FA8608-9B63-4693-98A8-EC39E24EED4F}" destId="{D84451A2-3821-4F4E-92D8-7F8E6E18CB8E}" srcOrd="0" destOrd="0" presId="urn:microsoft.com/office/officeart/2018/2/layout/IconVerticalSolidList"/>
    <dgm:cxn modelId="{6013EA50-E9C1-45E4-BAF5-3367E9FB7E71}" type="presParOf" srcId="{D84451A2-3821-4F4E-92D8-7F8E6E18CB8E}" destId="{2C336FCD-59D7-4DA9-A88F-274857995F23}" srcOrd="0" destOrd="0" presId="urn:microsoft.com/office/officeart/2018/2/layout/IconVerticalSolidList"/>
    <dgm:cxn modelId="{B0723B9A-D275-4FEB-9B41-BDA72F27E55F}" type="presParOf" srcId="{2C336FCD-59D7-4DA9-A88F-274857995F23}" destId="{B63A2B94-D9B7-49F0-BB20-2AD2064ACCFE}" srcOrd="0" destOrd="0" presId="urn:microsoft.com/office/officeart/2018/2/layout/IconVerticalSolidList"/>
    <dgm:cxn modelId="{00ADC9F5-A49F-42A6-8A7D-050386303283}" type="presParOf" srcId="{2C336FCD-59D7-4DA9-A88F-274857995F23}" destId="{1D65B1A2-E064-442F-B720-7E5BC2B140F0}" srcOrd="1" destOrd="0" presId="urn:microsoft.com/office/officeart/2018/2/layout/IconVerticalSolidList"/>
    <dgm:cxn modelId="{079A84CC-5FAA-408D-8F2F-425276F44BAF}" type="presParOf" srcId="{2C336FCD-59D7-4DA9-A88F-274857995F23}" destId="{136439F7-18FE-47CC-8452-C4FF7563DE5C}" srcOrd="2" destOrd="0" presId="urn:microsoft.com/office/officeart/2018/2/layout/IconVerticalSolidList"/>
    <dgm:cxn modelId="{3096728C-72A0-495E-8240-A43173244B18}" type="presParOf" srcId="{2C336FCD-59D7-4DA9-A88F-274857995F23}" destId="{71C70B53-908C-44A3-8549-5EEA90380A51}" srcOrd="3" destOrd="0" presId="urn:microsoft.com/office/officeart/2018/2/layout/IconVerticalSolidList"/>
    <dgm:cxn modelId="{E04BE7FE-C3E9-4F4E-80C8-5D9877AB65EA}" type="presParOf" srcId="{D84451A2-3821-4F4E-92D8-7F8E6E18CB8E}" destId="{EB58CFA3-2DEC-4C4C-806E-DAC1C9E8C976}" srcOrd="1" destOrd="0" presId="urn:microsoft.com/office/officeart/2018/2/layout/IconVerticalSolidList"/>
    <dgm:cxn modelId="{C5B15B5E-8D64-4A6B-B2B3-FD98AB20F1DA}" type="presParOf" srcId="{D84451A2-3821-4F4E-92D8-7F8E6E18CB8E}" destId="{FDF57FE4-1794-4FB2-B5DD-AD1EC93A1412}" srcOrd="2" destOrd="0" presId="urn:microsoft.com/office/officeart/2018/2/layout/IconVerticalSolidList"/>
    <dgm:cxn modelId="{1BE6F12E-DE02-444A-91F4-28C25C2AADAD}" type="presParOf" srcId="{FDF57FE4-1794-4FB2-B5DD-AD1EC93A1412}" destId="{68FCAF14-5EB8-4C61-9ED9-F0F70E6177C2}" srcOrd="0" destOrd="0" presId="urn:microsoft.com/office/officeart/2018/2/layout/IconVerticalSolidList"/>
    <dgm:cxn modelId="{65E15497-CC8D-4E35-8AFB-058D977984BF}" type="presParOf" srcId="{FDF57FE4-1794-4FB2-B5DD-AD1EC93A1412}" destId="{0102155D-930A-4E24-8029-3E6BC819A73C}" srcOrd="1" destOrd="0" presId="urn:microsoft.com/office/officeart/2018/2/layout/IconVerticalSolidList"/>
    <dgm:cxn modelId="{A1CA5F9A-ABDB-45EB-BF62-359886370367}" type="presParOf" srcId="{FDF57FE4-1794-4FB2-B5DD-AD1EC93A1412}" destId="{FD7EB90D-E791-4F13-B2DB-C80513742AC8}" srcOrd="2" destOrd="0" presId="urn:microsoft.com/office/officeart/2018/2/layout/IconVerticalSolidList"/>
    <dgm:cxn modelId="{974F3E26-94C5-4103-AA4A-1F377EEAAC8F}" type="presParOf" srcId="{FDF57FE4-1794-4FB2-B5DD-AD1EC93A1412}" destId="{DE5C5BD2-A977-4DAF-BE97-3201B311C2B4}" srcOrd="3" destOrd="0" presId="urn:microsoft.com/office/officeart/2018/2/layout/IconVerticalSolidList"/>
    <dgm:cxn modelId="{F4796037-E518-42CB-A54B-BF9ADB299239}" type="presParOf" srcId="{D84451A2-3821-4F4E-92D8-7F8E6E18CB8E}" destId="{6DEFF174-2CB6-455A-8CC5-88E513C37412}" srcOrd="3" destOrd="0" presId="urn:microsoft.com/office/officeart/2018/2/layout/IconVerticalSolidList"/>
    <dgm:cxn modelId="{7E45534A-5075-4586-B265-7505B69B2FAB}" type="presParOf" srcId="{D84451A2-3821-4F4E-92D8-7F8E6E18CB8E}" destId="{4440D0B1-246C-41CC-96FA-09DA274A0535}" srcOrd="4" destOrd="0" presId="urn:microsoft.com/office/officeart/2018/2/layout/IconVerticalSolidList"/>
    <dgm:cxn modelId="{140B81BF-A7CB-408A-A97F-F6B1A79A3C87}" type="presParOf" srcId="{4440D0B1-246C-41CC-96FA-09DA274A0535}" destId="{22C6126D-9678-4F8A-BB33-608FA5DB0848}" srcOrd="0" destOrd="0" presId="urn:microsoft.com/office/officeart/2018/2/layout/IconVerticalSolidList"/>
    <dgm:cxn modelId="{F1F6E604-23D2-4DE8-AD2B-E81AF5F74CC4}" type="presParOf" srcId="{4440D0B1-246C-41CC-96FA-09DA274A0535}" destId="{97D8F0C4-2431-49C5-BD86-9831307CA894}" srcOrd="1" destOrd="0" presId="urn:microsoft.com/office/officeart/2018/2/layout/IconVerticalSolidList"/>
    <dgm:cxn modelId="{FD85130A-821F-4761-95CB-838975882779}" type="presParOf" srcId="{4440D0B1-246C-41CC-96FA-09DA274A0535}" destId="{94CFF831-7CB3-489B-9AF4-EBB078189F07}" srcOrd="2" destOrd="0" presId="urn:microsoft.com/office/officeart/2018/2/layout/IconVerticalSolidList"/>
    <dgm:cxn modelId="{BDEC597E-CA75-4187-8F90-2AE280D43301}" type="presParOf" srcId="{4440D0B1-246C-41CC-96FA-09DA274A0535}" destId="{FEC7EC15-41F4-41D5-9527-465396E7067B}" srcOrd="3" destOrd="0" presId="urn:microsoft.com/office/officeart/2018/2/layout/IconVerticalSolidList"/>
    <dgm:cxn modelId="{9EA1313A-E9D8-485E-8378-DFF962B7901C}" type="presParOf" srcId="{D84451A2-3821-4F4E-92D8-7F8E6E18CB8E}" destId="{89121E02-3A8D-416E-8687-6DCEA73EBF35}" srcOrd="5" destOrd="0" presId="urn:microsoft.com/office/officeart/2018/2/layout/IconVerticalSolidList"/>
    <dgm:cxn modelId="{865D1680-8E67-4B47-9E4F-3859D4C34DB3}" type="presParOf" srcId="{D84451A2-3821-4F4E-92D8-7F8E6E18CB8E}" destId="{44127286-2190-4CA4-A749-346DED95AB1D}" srcOrd="6" destOrd="0" presId="urn:microsoft.com/office/officeart/2018/2/layout/IconVerticalSolidList"/>
    <dgm:cxn modelId="{6957E32A-C0F0-45BF-AE1E-01E69DFE0427}" type="presParOf" srcId="{44127286-2190-4CA4-A749-346DED95AB1D}" destId="{752011D4-73B8-4527-9A9E-47ACA3EC3963}" srcOrd="0" destOrd="0" presId="urn:microsoft.com/office/officeart/2018/2/layout/IconVerticalSolidList"/>
    <dgm:cxn modelId="{5591831A-0046-4AC9-B02A-AFFAEF0A67BD}" type="presParOf" srcId="{44127286-2190-4CA4-A749-346DED95AB1D}" destId="{1DA9B853-8A53-46B6-B82A-CD96F47C020A}" srcOrd="1" destOrd="0" presId="urn:microsoft.com/office/officeart/2018/2/layout/IconVerticalSolidList"/>
    <dgm:cxn modelId="{F89DDF71-FF7C-4CA8-AFC0-C12AB7138492}" type="presParOf" srcId="{44127286-2190-4CA4-A749-346DED95AB1D}" destId="{D92FCB87-5B86-440D-9CE0-84C2D8F75008}" srcOrd="2" destOrd="0" presId="urn:microsoft.com/office/officeart/2018/2/layout/IconVerticalSolidList"/>
    <dgm:cxn modelId="{486F12C9-EA1B-4C25-972B-4874AF5DACCB}" type="presParOf" srcId="{44127286-2190-4CA4-A749-346DED95AB1D}" destId="{F8EA4611-900B-4A22-9755-7FFE5A057B1B}" srcOrd="3" destOrd="0" presId="urn:microsoft.com/office/officeart/2018/2/layout/IconVerticalSolidList"/>
    <dgm:cxn modelId="{9AEC1E9D-7D6C-44EB-AE7F-2BD68FCF2614}" type="presParOf" srcId="{D84451A2-3821-4F4E-92D8-7F8E6E18CB8E}" destId="{9B61B394-0F8E-4CA1-9069-F05790BE0F39}" srcOrd="7" destOrd="0" presId="urn:microsoft.com/office/officeart/2018/2/layout/IconVerticalSolidList"/>
    <dgm:cxn modelId="{DCFBC776-9816-4681-BB44-3816770362CA}" type="presParOf" srcId="{D84451A2-3821-4F4E-92D8-7F8E6E18CB8E}" destId="{AFF5820F-2708-46A3-A2FB-2510AADB9053}" srcOrd="8" destOrd="0" presId="urn:microsoft.com/office/officeart/2018/2/layout/IconVerticalSolidList"/>
    <dgm:cxn modelId="{A47E91B7-3214-4024-8C0B-EEA315F3924B}" type="presParOf" srcId="{AFF5820F-2708-46A3-A2FB-2510AADB9053}" destId="{D2C1C690-6A0F-4B98-AE97-31723800995B}" srcOrd="0" destOrd="0" presId="urn:microsoft.com/office/officeart/2018/2/layout/IconVerticalSolidList"/>
    <dgm:cxn modelId="{4B2FDBE6-09F1-4E80-AB28-D05019773CE2}" type="presParOf" srcId="{AFF5820F-2708-46A3-A2FB-2510AADB9053}" destId="{F13D6884-DDB0-48DF-B906-C63C4F456DE6}" srcOrd="1" destOrd="0" presId="urn:microsoft.com/office/officeart/2018/2/layout/IconVerticalSolidList"/>
    <dgm:cxn modelId="{80EA212D-4FE8-40B8-B4F7-75BDD2DA63B8}" type="presParOf" srcId="{AFF5820F-2708-46A3-A2FB-2510AADB9053}" destId="{C0A5209B-72D5-4B51-A8C6-251F2F8BF292}" srcOrd="2" destOrd="0" presId="urn:microsoft.com/office/officeart/2018/2/layout/IconVerticalSolidList"/>
    <dgm:cxn modelId="{A9680EB4-B5E5-47F0-A655-F675FFBEA3A5}" type="presParOf" srcId="{AFF5820F-2708-46A3-A2FB-2510AADB9053}" destId="{D5FAB25F-D7DC-436C-8936-A29FDE83EE27}" srcOrd="3" destOrd="0" presId="urn:microsoft.com/office/officeart/2018/2/layout/IconVerticalSolidList"/>
    <dgm:cxn modelId="{EB8F580D-97CB-48E3-8F7A-698F1EDAD666}" type="presParOf" srcId="{D84451A2-3821-4F4E-92D8-7F8E6E18CB8E}" destId="{ECCD06E6-536D-4FF5-A13F-B475CFD2C809}" srcOrd="9" destOrd="0" presId="urn:microsoft.com/office/officeart/2018/2/layout/IconVerticalSolidList"/>
    <dgm:cxn modelId="{14E9118B-C16F-4F60-BA6F-5BD0E7483981}" type="presParOf" srcId="{D84451A2-3821-4F4E-92D8-7F8E6E18CB8E}" destId="{42796508-075C-4E8C-87DF-D675B1238FB8}" srcOrd="10" destOrd="0" presId="urn:microsoft.com/office/officeart/2018/2/layout/IconVerticalSolidList"/>
    <dgm:cxn modelId="{5FF5D172-B217-4948-9A06-4C6B6FDB56DE}" type="presParOf" srcId="{42796508-075C-4E8C-87DF-D675B1238FB8}" destId="{14601664-6F9F-487E-83F5-C189879882D3}" srcOrd="0" destOrd="0" presId="urn:microsoft.com/office/officeart/2018/2/layout/IconVerticalSolidList"/>
    <dgm:cxn modelId="{D6625249-BC85-4BDB-8E70-C96E28248514}" type="presParOf" srcId="{42796508-075C-4E8C-87DF-D675B1238FB8}" destId="{BC584A60-B299-4C86-8E07-DCEFDDB651CC}" srcOrd="1" destOrd="0" presId="urn:microsoft.com/office/officeart/2018/2/layout/IconVerticalSolidList"/>
    <dgm:cxn modelId="{D757E644-7878-4382-9F4D-B2152C496FD4}" type="presParOf" srcId="{42796508-075C-4E8C-87DF-D675B1238FB8}" destId="{667E7A9F-E6B9-4542-917D-5849A0189B07}" srcOrd="2" destOrd="0" presId="urn:microsoft.com/office/officeart/2018/2/layout/IconVerticalSolidList"/>
    <dgm:cxn modelId="{325E9C34-9E83-479C-9833-0844AEFAA316}" type="presParOf" srcId="{42796508-075C-4E8C-87DF-D675B1238FB8}" destId="{B67943A2-4A14-4D96-82BF-4DD6752F8900}" srcOrd="3" destOrd="0" presId="urn:microsoft.com/office/officeart/2018/2/layout/IconVerticalSolidList"/>
    <dgm:cxn modelId="{1B879325-CAAD-4280-BD85-CDC1DC473913}" type="presParOf" srcId="{D84451A2-3821-4F4E-92D8-7F8E6E18CB8E}" destId="{09744579-F4A4-4A02-A6FF-C68527630203}" srcOrd="11" destOrd="0" presId="urn:microsoft.com/office/officeart/2018/2/layout/IconVerticalSolidList"/>
    <dgm:cxn modelId="{BEC88870-8E1A-4660-8C7C-F88E4E92CBC3}" type="presParOf" srcId="{D84451A2-3821-4F4E-92D8-7F8E6E18CB8E}" destId="{43651B00-BF9B-4E89-A879-458C4327215C}" srcOrd="12" destOrd="0" presId="urn:microsoft.com/office/officeart/2018/2/layout/IconVerticalSolidList"/>
    <dgm:cxn modelId="{5842F8E1-C51B-4EE3-9EC5-719C9C1EA5CE}" type="presParOf" srcId="{43651B00-BF9B-4E89-A879-458C4327215C}" destId="{E2B04B01-11D3-4152-827A-D277673F5D72}" srcOrd="0" destOrd="0" presId="urn:microsoft.com/office/officeart/2018/2/layout/IconVerticalSolidList"/>
    <dgm:cxn modelId="{0BE7E417-4DCF-49B9-98FE-E633152F456C}" type="presParOf" srcId="{43651B00-BF9B-4E89-A879-458C4327215C}" destId="{9F3D9943-714C-4197-8993-9FF02052428D}" srcOrd="1" destOrd="0" presId="urn:microsoft.com/office/officeart/2018/2/layout/IconVerticalSolidList"/>
    <dgm:cxn modelId="{7024479A-A485-4D3C-8CB3-EC0AFF3128B4}" type="presParOf" srcId="{43651B00-BF9B-4E89-A879-458C4327215C}" destId="{E4C5E5BC-999A-4F6F-931A-11796F421893}" srcOrd="2" destOrd="0" presId="urn:microsoft.com/office/officeart/2018/2/layout/IconVerticalSolidList"/>
    <dgm:cxn modelId="{CC2672E2-379A-4215-BBE2-57ABE06ECA00}" type="presParOf" srcId="{43651B00-BF9B-4E89-A879-458C4327215C}" destId="{E49242BE-363C-4B63-86AC-09C00EDF580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D69DB4-D665-445E-ADC6-B5D8C214CFE8}" type="doc">
      <dgm:prSet loTypeId="urn:microsoft.com/office/officeart/2005/8/layout/chevron1" loCatId="process" qsTypeId="urn:microsoft.com/office/officeart/2005/8/quickstyle/simple1" qsCatId="simple" csTypeId="urn:microsoft.com/office/officeart/2005/8/colors/colorful5" csCatId="colorful" phldr="1"/>
      <dgm:spPr/>
    </dgm:pt>
    <dgm:pt modelId="{84BA7BE0-0438-489A-AE84-627A30CEDB8E}">
      <dgm:prSet phldrT="[Text]"/>
      <dgm:spPr/>
      <dgm:t>
        <a:bodyPr/>
        <a:lstStyle/>
        <a:p>
          <a:endParaRPr lang="en-US" b="1"/>
        </a:p>
      </dgm:t>
    </dgm:pt>
    <dgm:pt modelId="{C8A0AB36-C065-44D0-8444-E9A4FBAA37E2}" type="parTrans" cxnId="{0F369D04-90F7-4F77-8791-05119FD11D7C}">
      <dgm:prSet/>
      <dgm:spPr/>
      <dgm:t>
        <a:bodyPr/>
        <a:lstStyle/>
        <a:p>
          <a:endParaRPr lang="en-US"/>
        </a:p>
      </dgm:t>
    </dgm:pt>
    <dgm:pt modelId="{26E28552-70B3-40D1-BF19-B042A9ED23A4}" type="sibTrans" cxnId="{0F369D04-90F7-4F77-8791-05119FD11D7C}">
      <dgm:prSet/>
      <dgm:spPr/>
      <dgm:t>
        <a:bodyPr/>
        <a:lstStyle/>
        <a:p>
          <a:endParaRPr lang="en-US"/>
        </a:p>
      </dgm:t>
    </dgm:pt>
    <dgm:pt modelId="{CAAAA7CF-BF96-4E61-9DF4-CB1AF51B33EB}">
      <dgm:prSet phldrT="[Text]"/>
      <dgm:spPr/>
      <dgm:t>
        <a:bodyPr/>
        <a:lstStyle/>
        <a:p>
          <a:endParaRPr lang="en-US" b="1"/>
        </a:p>
      </dgm:t>
    </dgm:pt>
    <dgm:pt modelId="{FC2633FC-0ECB-4011-88DE-FC1EB17B2C4C}" type="parTrans" cxnId="{D13ED05B-54F2-41AE-BBB1-7529F1FA8947}">
      <dgm:prSet/>
      <dgm:spPr/>
      <dgm:t>
        <a:bodyPr/>
        <a:lstStyle/>
        <a:p>
          <a:endParaRPr lang="en-US"/>
        </a:p>
      </dgm:t>
    </dgm:pt>
    <dgm:pt modelId="{536FA738-F90F-4D37-99CD-7C15DE421062}" type="sibTrans" cxnId="{D13ED05B-54F2-41AE-BBB1-7529F1FA8947}">
      <dgm:prSet/>
      <dgm:spPr/>
      <dgm:t>
        <a:bodyPr/>
        <a:lstStyle/>
        <a:p>
          <a:endParaRPr lang="en-US"/>
        </a:p>
      </dgm:t>
    </dgm:pt>
    <dgm:pt modelId="{DF4D058E-D9E6-48A2-958A-93E24AAB49FF}">
      <dgm:prSet phldrT="[Text]"/>
      <dgm:spPr/>
      <dgm:t>
        <a:bodyPr/>
        <a:lstStyle/>
        <a:p>
          <a:endParaRPr lang="en-US" b="1"/>
        </a:p>
      </dgm:t>
    </dgm:pt>
    <dgm:pt modelId="{E7160FBA-CC6F-418A-8E0D-1E17A1E6A3BB}" type="parTrans" cxnId="{B9DB5FCA-1BCD-4E5F-8062-B12D31B8A6C9}">
      <dgm:prSet/>
      <dgm:spPr/>
      <dgm:t>
        <a:bodyPr/>
        <a:lstStyle/>
        <a:p>
          <a:endParaRPr lang="en-US"/>
        </a:p>
      </dgm:t>
    </dgm:pt>
    <dgm:pt modelId="{667CAF03-945E-4405-9DB0-120FE72D2CE9}" type="sibTrans" cxnId="{B9DB5FCA-1BCD-4E5F-8062-B12D31B8A6C9}">
      <dgm:prSet/>
      <dgm:spPr/>
      <dgm:t>
        <a:bodyPr/>
        <a:lstStyle/>
        <a:p>
          <a:endParaRPr lang="en-US"/>
        </a:p>
      </dgm:t>
    </dgm:pt>
    <dgm:pt modelId="{E2AF3819-3B87-4069-B5F1-938813EDC593}">
      <dgm:prSet/>
      <dgm:spPr/>
      <dgm:t>
        <a:bodyPr/>
        <a:lstStyle/>
        <a:p>
          <a:endParaRPr lang="en-US" b="1"/>
        </a:p>
      </dgm:t>
    </dgm:pt>
    <dgm:pt modelId="{A810CED7-EDF0-4914-8AC5-04F62AFDC3CB}" type="parTrans" cxnId="{E582D11F-7496-4622-BBEF-6D379B1277AC}">
      <dgm:prSet/>
      <dgm:spPr/>
      <dgm:t>
        <a:bodyPr/>
        <a:lstStyle/>
        <a:p>
          <a:endParaRPr lang="en-US"/>
        </a:p>
      </dgm:t>
    </dgm:pt>
    <dgm:pt modelId="{5B34D86A-3244-44C6-A182-5329FAFCB3F1}" type="sibTrans" cxnId="{E582D11F-7496-4622-BBEF-6D379B1277AC}">
      <dgm:prSet/>
      <dgm:spPr/>
      <dgm:t>
        <a:bodyPr/>
        <a:lstStyle/>
        <a:p>
          <a:endParaRPr lang="en-US"/>
        </a:p>
      </dgm:t>
    </dgm:pt>
    <dgm:pt modelId="{010EB76C-EB8F-47D9-BEBC-47BADE58A941}">
      <dgm:prSet/>
      <dgm:spPr/>
      <dgm:t>
        <a:bodyPr/>
        <a:lstStyle/>
        <a:p>
          <a:endParaRPr lang="en-US" b="1"/>
        </a:p>
      </dgm:t>
    </dgm:pt>
    <dgm:pt modelId="{7DEEDEC7-6096-49BB-8B6D-743193C0753E}" type="parTrans" cxnId="{5D193DD0-F9B8-41FD-A543-E3D915CD0F19}">
      <dgm:prSet/>
      <dgm:spPr/>
      <dgm:t>
        <a:bodyPr/>
        <a:lstStyle/>
        <a:p>
          <a:endParaRPr lang="en-US"/>
        </a:p>
      </dgm:t>
    </dgm:pt>
    <dgm:pt modelId="{82CE2A87-57A0-45EC-81E0-A071381009AA}" type="sibTrans" cxnId="{5D193DD0-F9B8-41FD-A543-E3D915CD0F19}">
      <dgm:prSet/>
      <dgm:spPr/>
      <dgm:t>
        <a:bodyPr/>
        <a:lstStyle/>
        <a:p>
          <a:endParaRPr lang="en-US"/>
        </a:p>
      </dgm:t>
    </dgm:pt>
    <dgm:pt modelId="{AF9CC98C-A248-426A-8EAB-4F28A1CE7864}">
      <dgm:prSet/>
      <dgm:spPr/>
      <dgm:t>
        <a:bodyPr/>
        <a:lstStyle/>
        <a:p>
          <a:endParaRPr lang="en-US" b="1"/>
        </a:p>
      </dgm:t>
    </dgm:pt>
    <dgm:pt modelId="{8295BA82-FDA5-422C-AF31-DF770252F913}" type="parTrans" cxnId="{73DD78D9-DF19-473D-95DD-A9972511F90B}">
      <dgm:prSet/>
      <dgm:spPr/>
      <dgm:t>
        <a:bodyPr/>
        <a:lstStyle/>
        <a:p>
          <a:endParaRPr lang="en-US"/>
        </a:p>
      </dgm:t>
    </dgm:pt>
    <dgm:pt modelId="{4A603324-D738-4633-BFBD-904F0F40FEF0}" type="sibTrans" cxnId="{73DD78D9-DF19-473D-95DD-A9972511F90B}">
      <dgm:prSet/>
      <dgm:spPr/>
      <dgm:t>
        <a:bodyPr/>
        <a:lstStyle/>
        <a:p>
          <a:endParaRPr lang="en-US"/>
        </a:p>
      </dgm:t>
    </dgm:pt>
    <dgm:pt modelId="{80BC3C11-27AC-4098-BC90-8834D8FF1B2C}" type="pres">
      <dgm:prSet presAssocID="{7DD69DB4-D665-445E-ADC6-B5D8C214CFE8}" presName="Name0" presStyleCnt="0">
        <dgm:presLayoutVars>
          <dgm:dir/>
          <dgm:animLvl val="lvl"/>
          <dgm:resizeHandles val="exact"/>
        </dgm:presLayoutVars>
      </dgm:prSet>
      <dgm:spPr/>
    </dgm:pt>
    <dgm:pt modelId="{2CE344F5-360A-422E-A520-DBCD03F040D3}" type="pres">
      <dgm:prSet presAssocID="{84BA7BE0-0438-489A-AE84-627A30CEDB8E}" presName="parTxOnly" presStyleLbl="node1" presStyleIdx="0" presStyleCnt="6" custScaleX="121574">
        <dgm:presLayoutVars>
          <dgm:chMax val="0"/>
          <dgm:chPref val="0"/>
          <dgm:bulletEnabled val="1"/>
        </dgm:presLayoutVars>
      </dgm:prSet>
      <dgm:spPr/>
    </dgm:pt>
    <dgm:pt modelId="{8EF652FF-8921-43DF-B3E4-1D924F96B776}" type="pres">
      <dgm:prSet presAssocID="{26E28552-70B3-40D1-BF19-B042A9ED23A4}" presName="parTxOnlySpace" presStyleCnt="0"/>
      <dgm:spPr/>
    </dgm:pt>
    <dgm:pt modelId="{4F7619BE-683A-4D9D-A836-87437F03DFD4}" type="pres">
      <dgm:prSet presAssocID="{CAAAA7CF-BF96-4E61-9DF4-CB1AF51B33EB}" presName="parTxOnly" presStyleLbl="node1" presStyleIdx="1" presStyleCnt="6">
        <dgm:presLayoutVars>
          <dgm:chMax val="0"/>
          <dgm:chPref val="0"/>
          <dgm:bulletEnabled val="1"/>
        </dgm:presLayoutVars>
      </dgm:prSet>
      <dgm:spPr/>
    </dgm:pt>
    <dgm:pt modelId="{6F60AC4F-C276-465C-B751-5B8DF9343757}" type="pres">
      <dgm:prSet presAssocID="{536FA738-F90F-4D37-99CD-7C15DE421062}" presName="parTxOnlySpace" presStyleCnt="0"/>
      <dgm:spPr/>
    </dgm:pt>
    <dgm:pt modelId="{E98D6CC4-9FF8-4D3A-9168-57477405B233}" type="pres">
      <dgm:prSet presAssocID="{DF4D058E-D9E6-48A2-958A-93E24AAB49FF}" presName="parTxOnly" presStyleLbl="node1" presStyleIdx="2" presStyleCnt="6" custScaleX="106548">
        <dgm:presLayoutVars>
          <dgm:chMax val="0"/>
          <dgm:chPref val="0"/>
          <dgm:bulletEnabled val="1"/>
        </dgm:presLayoutVars>
      </dgm:prSet>
      <dgm:spPr/>
    </dgm:pt>
    <dgm:pt modelId="{B2D13A86-2093-41F3-B349-D17137D0DC0D}" type="pres">
      <dgm:prSet presAssocID="{667CAF03-945E-4405-9DB0-120FE72D2CE9}" presName="parTxOnlySpace" presStyleCnt="0"/>
      <dgm:spPr/>
    </dgm:pt>
    <dgm:pt modelId="{E302F870-F6F4-4637-8FCC-AD91C30E9F1D}" type="pres">
      <dgm:prSet presAssocID="{E2AF3819-3B87-4069-B5F1-938813EDC593}" presName="parTxOnly" presStyleLbl="node1" presStyleIdx="3" presStyleCnt="6" custScaleX="121212">
        <dgm:presLayoutVars>
          <dgm:chMax val="0"/>
          <dgm:chPref val="0"/>
          <dgm:bulletEnabled val="1"/>
        </dgm:presLayoutVars>
      </dgm:prSet>
      <dgm:spPr/>
    </dgm:pt>
    <dgm:pt modelId="{5BABCED6-3FD2-46F3-BF00-9E9F41B2050C}" type="pres">
      <dgm:prSet presAssocID="{5B34D86A-3244-44C6-A182-5329FAFCB3F1}" presName="parTxOnlySpace" presStyleCnt="0"/>
      <dgm:spPr/>
    </dgm:pt>
    <dgm:pt modelId="{22EFBC2A-78B2-4B56-80CB-EBC54FA7129D}" type="pres">
      <dgm:prSet presAssocID="{010EB76C-EB8F-47D9-BEBC-47BADE58A941}" presName="parTxOnly" presStyleLbl="node1" presStyleIdx="4" presStyleCnt="6">
        <dgm:presLayoutVars>
          <dgm:chMax val="0"/>
          <dgm:chPref val="0"/>
          <dgm:bulletEnabled val="1"/>
        </dgm:presLayoutVars>
      </dgm:prSet>
      <dgm:spPr/>
    </dgm:pt>
    <dgm:pt modelId="{E40FBB29-8E67-478C-91CD-EBEEF04C95B6}" type="pres">
      <dgm:prSet presAssocID="{82CE2A87-57A0-45EC-81E0-A071381009AA}" presName="parTxOnlySpace" presStyleCnt="0"/>
      <dgm:spPr/>
    </dgm:pt>
    <dgm:pt modelId="{F16BBED7-0EFB-4B0F-B4EF-6CF54B99E408}" type="pres">
      <dgm:prSet presAssocID="{AF9CC98C-A248-426A-8EAB-4F28A1CE7864}" presName="parTxOnly" presStyleLbl="node1" presStyleIdx="5" presStyleCnt="6" custScaleX="144914">
        <dgm:presLayoutVars>
          <dgm:chMax val="0"/>
          <dgm:chPref val="0"/>
          <dgm:bulletEnabled val="1"/>
        </dgm:presLayoutVars>
      </dgm:prSet>
      <dgm:spPr/>
    </dgm:pt>
  </dgm:ptLst>
  <dgm:cxnLst>
    <dgm:cxn modelId="{0F369D04-90F7-4F77-8791-05119FD11D7C}" srcId="{7DD69DB4-D665-445E-ADC6-B5D8C214CFE8}" destId="{84BA7BE0-0438-489A-AE84-627A30CEDB8E}" srcOrd="0" destOrd="0" parTransId="{C8A0AB36-C065-44D0-8444-E9A4FBAA37E2}" sibTransId="{26E28552-70B3-40D1-BF19-B042A9ED23A4}"/>
    <dgm:cxn modelId="{6BF5F60F-DC1B-4E47-8536-BE2F5C2552FC}" type="presOf" srcId="{84BA7BE0-0438-489A-AE84-627A30CEDB8E}" destId="{2CE344F5-360A-422E-A520-DBCD03F040D3}" srcOrd="0" destOrd="0" presId="urn:microsoft.com/office/officeart/2005/8/layout/chevron1"/>
    <dgm:cxn modelId="{E582D11F-7496-4622-BBEF-6D379B1277AC}" srcId="{7DD69DB4-D665-445E-ADC6-B5D8C214CFE8}" destId="{E2AF3819-3B87-4069-B5F1-938813EDC593}" srcOrd="3" destOrd="0" parTransId="{A810CED7-EDF0-4914-8AC5-04F62AFDC3CB}" sibTransId="{5B34D86A-3244-44C6-A182-5329FAFCB3F1}"/>
    <dgm:cxn modelId="{822AB62E-1B86-4873-BB9C-A24B468DD247}" type="presOf" srcId="{E2AF3819-3B87-4069-B5F1-938813EDC593}" destId="{E302F870-F6F4-4637-8FCC-AD91C30E9F1D}" srcOrd="0" destOrd="0" presId="urn:microsoft.com/office/officeart/2005/8/layout/chevron1"/>
    <dgm:cxn modelId="{D13ED05B-54F2-41AE-BBB1-7529F1FA8947}" srcId="{7DD69DB4-D665-445E-ADC6-B5D8C214CFE8}" destId="{CAAAA7CF-BF96-4E61-9DF4-CB1AF51B33EB}" srcOrd="1" destOrd="0" parTransId="{FC2633FC-0ECB-4011-88DE-FC1EB17B2C4C}" sibTransId="{536FA738-F90F-4D37-99CD-7C15DE421062}"/>
    <dgm:cxn modelId="{69E6B569-2FED-4BA6-A13C-654B374C90B5}" type="presOf" srcId="{DF4D058E-D9E6-48A2-958A-93E24AAB49FF}" destId="{E98D6CC4-9FF8-4D3A-9168-57477405B233}" srcOrd="0" destOrd="0" presId="urn:microsoft.com/office/officeart/2005/8/layout/chevron1"/>
    <dgm:cxn modelId="{ED8D4AAF-95C0-40BC-9D5B-014C795A7AEE}" type="presOf" srcId="{AF9CC98C-A248-426A-8EAB-4F28A1CE7864}" destId="{F16BBED7-0EFB-4B0F-B4EF-6CF54B99E408}" srcOrd="0" destOrd="0" presId="urn:microsoft.com/office/officeart/2005/8/layout/chevron1"/>
    <dgm:cxn modelId="{B9DB5FCA-1BCD-4E5F-8062-B12D31B8A6C9}" srcId="{7DD69DB4-D665-445E-ADC6-B5D8C214CFE8}" destId="{DF4D058E-D9E6-48A2-958A-93E24AAB49FF}" srcOrd="2" destOrd="0" parTransId="{E7160FBA-CC6F-418A-8E0D-1E17A1E6A3BB}" sibTransId="{667CAF03-945E-4405-9DB0-120FE72D2CE9}"/>
    <dgm:cxn modelId="{2FB267CA-25CB-494B-92F0-E4E19EEFEAD9}" type="presOf" srcId="{010EB76C-EB8F-47D9-BEBC-47BADE58A941}" destId="{22EFBC2A-78B2-4B56-80CB-EBC54FA7129D}" srcOrd="0" destOrd="0" presId="urn:microsoft.com/office/officeart/2005/8/layout/chevron1"/>
    <dgm:cxn modelId="{5D193DD0-F9B8-41FD-A543-E3D915CD0F19}" srcId="{7DD69DB4-D665-445E-ADC6-B5D8C214CFE8}" destId="{010EB76C-EB8F-47D9-BEBC-47BADE58A941}" srcOrd="4" destOrd="0" parTransId="{7DEEDEC7-6096-49BB-8B6D-743193C0753E}" sibTransId="{82CE2A87-57A0-45EC-81E0-A071381009AA}"/>
    <dgm:cxn modelId="{73DD78D9-DF19-473D-95DD-A9972511F90B}" srcId="{7DD69DB4-D665-445E-ADC6-B5D8C214CFE8}" destId="{AF9CC98C-A248-426A-8EAB-4F28A1CE7864}" srcOrd="5" destOrd="0" parTransId="{8295BA82-FDA5-422C-AF31-DF770252F913}" sibTransId="{4A603324-D738-4633-BFBD-904F0F40FEF0}"/>
    <dgm:cxn modelId="{2B85B3EA-5B66-4485-B67F-B05087C2636A}" type="presOf" srcId="{CAAAA7CF-BF96-4E61-9DF4-CB1AF51B33EB}" destId="{4F7619BE-683A-4D9D-A836-87437F03DFD4}" srcOrd="0" destOrd="0" presId="urn:microsoft.com/office/officeart/2005/8/layout/chevron1"/>
    <dgm:cxn modelId="{E02B24EF-80AA-48FB-B54F-CA28348EB1A8}" type="presOf" srcId="{7DD69DB4-D665-445E-ADC6-B5D8C214CFE8}" destId="{80BC3C11-27AC-4098-BC90-8834D8FF1B2C}" srcOrd="0" destOrd="0" presId="urn:microsoft.com/office/officeart/2005/8/layout/chevron1"/>
    <dgm:cxn modelId="{9F235A3B-7093-4856-AC0E-121C655FC908}" type="presParOf" srcId="{80BC3C11-27AC-4098-BC90-8834D8FF1B2C}" destId="{2CE344F5-360A-422E-A520-DBCD03F040D3}" srcOrd="0" destOrd="0" presId="urn:microsoft.com/office/officeart/2005/8/layout/chevron1"/>
    <dgm:cxn modelId="{603240F5-2CD1-4B5E-B60E-296AE7226C50}" type="presParOf" srcId="{80BC3C11-27AC-4098-BC90-8834D8FF1B2C}" destId="{8EF652FF-8921-43DF-B3E4-1D924F96B776}" srcOrd="1" destOrd="0" presId="urn:microsoft.com/office/officeart/2005/8/layout/chevron1"/>
    <dgm:cxn modelId="{472F6781-2273-4A43-9784-0B6C12F3CA11}" type="presParOf" srcId="{80BC3C11-27AC-4098-BC90-8834D8FF1B2C}" destId="{4F7619BE-683A-4D9D-A836-87437F03DFD4}" srcOrd="2" destOrd="0" presId="urn:microsoft.com/office/officeart/2005/8/layout/chevron1"/>
    <dgm:cxn modelId="{0B46CBD3-4328-4C03-A977-4793E34DD439}" type="presParOf" srcId="{80BC3C11-27AC-4098-BC90-8834D8FF1B2C}" destId="{6F60AC4F-C276-465C-B751-5B8DF9343757}" srcOrd="3" destOrd="0" presId="urn:microsoft.com/office/officeart/2005/8/layout/chevron1"/>
    <dgm:cxn modelId="{41CE10FC-109D-43D8-B9B9-88CF8ACCB3A3}" type="presParOf" srcId="{80BC3C11-27AC-4098-BC90-8834D8FF1B2C}" destId="{E98D6CC4-9FF8-4D3A-9168-57477405B233}" srcOrd="4" destOrd="0" presId="urn:microsoft.com/office/officeart/2005/8/layout/chevron1"/>
    <dgm:cxn modelId="{9C811861-2404-42F7-BC21-971FF09D30F3}" type="presParOf" srcId="{80BC3C11-27AC-4098-BC90-8834D8FF1B2C}" destId="{B2D13A86-2093-41F3-B349-D17137D0DC0D}" srcOrd="5" destOrd="0" presId="urn:microsoft.com/office/officeart/2005/8/layout/chevron1"/>
    <dgm:cxn modelId="{033BA9AD-12C1-4EE9-9C5E-E37FE10B1FA7}" type="presParOf" srcId="{80BC3C11-27AC-4098-BC90-8834D8FF1B2C}" destId="{E302F870-F6F4-4637-8FCC-AD91C30E9F1D}" srcOrd="6" destOrd="0" presId="urn:microsoft.com/office/officeart/2005/8/layout/chevron1"/>
    <dgm:cxn modelId="{620DDC28-C03A-4555-8936-832C82968529}" type="presParOf" srcId="{80BC3C11-27AC-4098-BC90-8834D8FF1B2C}" destId="{5BABCED6-3FD2-46F3-BF00-9E9F41B2050C}" srcOrd="7" destOrd="0" presId="urn:microsoft.com/office/officeart/2005/8/layout/chevron1"/>
    <dgm:cxn modelId="{513D68FD-4D26-4ADB-8E02-48883A03B282}" type="presParOf" srcId="{80BC3C11-27AC-4098-BC90-8834D8FF1B2C}" destId="{22EFBC2A-78B2-4B56-80CB-EBC54FA7129D}" srcOrd="8" destOrd="0" presId="urn:microsoft.com/office/officeart/2005/8/layout/chevron1"/>
    <dgm:cxn modelId="{40695459-09A6-4435-96B1-4F6536FA2941}" type="presParOf" srcId="{80BC3C11-27AC-4098-BC90-8834D8FF1B2C}" destId="{E40FBB29-8E67-478C-91CD-EBEEF04C95B6}" srcOrd="9" destOrd="0" presId="urn:microsoft.com/office/officeart/2005/8/layout/chevron1"/>
    <dgm:cxn modelId="{A83EB1D2-A194-491F-A293-B53AA67CC830}" type="presParOf" srcId="{80BC3C11-27AC-4098-BC90-8834D8FF1B2C}" destId="{F16BBED7-0EFB-4B0F-B4EF-6CF54B99E408}" srcOrd="10"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0A4DBA-CCFA-47C5-AAC0-A517344CB2D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CC50DA8A-B033-4D65-8486-D9549964CECF}">
      <dgm:prSet custT="1"/>
      <dgm:spPr/>
      <dgm:t>
        <a:bodyPr/>
        <a:lstStyle/>
        <a:p>
          <a:pPr algn="l"/>
          <a:r>
            <a:rPr lang="en-US" sz="1800" b="1"/>
            <a:t>RQ2: </a:t>
          </a:r>
          <a:r>
            <a:rPr lang="en-US" sz="1800" b="0"/>
            <a:t>How can the relationships between the identified concepts be effectively expressed and structured in a conceptual model for specifying fairness-related requirements in software? </a:t>
          </a:r>
        </a:p>
      </dgm:t>
    </dgm:pt>
    <dgm:pt modelId="{0FCB488E-7B7B-43CA-8EAE-61E442C5DE35}" type="parTrans" cxnId="{63A1831A-349B-479B-81B1-00210F5C594B}">
      <dgm:prSet/>
      <dgm:spPr/>
      <dgm:t>
        <a:bodyPr/>
        <a:lstStyle/>
        <a:p>
          <a:endParaRPr lang="en-US"/>
        </a:p>
      </dgm:t>
    </dgm:pt>
    <dgm:pt modelId="{EBD8ADA3-45D0-45F0-A786-A53FAE5AAE1A}" type="sibTrans" cxnId="{63A1831A-349B-479B-81B1-00210F5C594B}">
      <dgm:prSet/>
      <dgm:spPr/>
      <dgm:t>
        <a:bodyPr/>
        <a:lstStyle/>
        <a:p>
          <a:endParaRPr lang="en-US"/>
        </a:p>
      </dgm:t>
    </dgm:pt>
    <dgm:pt modelId="{BA7F7CA7-394C-4EA0-8577-B3AD22597CED}">
      <dgm:prSet custT="1"/>
      <dgm:spPr/>
      <dgm:t>
        <a:bodyPr/>
        <a:lstStyle/>
        <a:p>
          <a:pPr algn="l"/>
          <a:r>
            <a:rPr lang="en-US" sz="1800" b="1"/>
            <a:t>RQ4: </a:t>
          </a:r>
          <a:r>
            <a:rPr lang="en-US" sz="1800" b="0"/>
            <a:t>How can the applicability of the developed conceptual model and MASTER template be evaluated through a real-world case study? </a:t>
          </a:r>
        </a:p>
      </dgm:t>
    </dgm:pt>
    <dgm:pt modelId="{41792AF0-0769-41F2-8CDD-5ED62483DAF8}" type="parTrans" cxnId="{5A82F1B3-36F0-4508-BE4A-464293572B45}">
      <dgm:prSet/>
      <dgm:spPr/>
      <dgm:t>
        <a:bodyPr/>
        <a:lstStyle/>
        <a:p>
          <a:endParaRPr lang="en-US"/>
        </a:p>
      </dgm:t>
    </dgm:pt>
    <dgm:pt modelId="{7A387949-46FE-49B9-85B3-03E5A79AE5B1}" type="sibTrans" cxnId="{5A82F1B3-36F0-4508-BE4A-464293572B45}">
      <dgm:prSet/>
      <dgm:spPr/>
      <dgm:t>
        <a:bodyPr/>
        <a:lstStyle/>
        <a:p>
          <a:endParaRPr lang="en-US"/>
        </a:p>
      </dgm:t>
    </dgm:pt>
    <dgm:pt modelId="{E3B045AC-58C6-46B9-B924-51019E7C95DD}">
      <dgm:prSet custT="1"/>
      <dgm:spPr/>
      <dgm:t>
        <a:bodyPr/>
        <a:lstStyle/>
        <a:p>
          <a:pPr algn="l"/>
          <a:r>
            <a:rPr lang="en-US" sz="1800" b="1"/>
            <a:t>RQ3: </a:t>
          </a:r>
          <a:r>
            <a:rPr lang="en-US" sz="1800"/>
            <a:t>How can the MASTER template be extended effectively to incorporate explicit fairness conditions in software requirements?</a:t>
          </a:r>
        </a:p>
      </dgm:t>
    </dgm:pt>
    <dgm:pt modelId="{EEF9E96F-392F-47AE-90A1-014EE7CECC00}" type="parTrans" cxnId="{44C312AF-9A66-43BC-A010-49DAB544C763}">
      <dgm:prSet/>
      <dgm:spPr/>
      <dgm:t>
        <a:bodyPr/>
        <a:lstStyle/>
        <a:p>
          <a:endParaRPr lang="en-US"/>
        </a:p>
      </dgm:t>
    </dgm:pt>
    <dgm:pt modelId="{3E85858A-5631-45A3-91C8-EA0572097477}" type="sibTrans" cxnId="{44C312AF-9A66-43BC-A010-49DAB544C763}">
      <dgm:prSet/>
      <dgm:spPr/>
      <dgm:t>
        <a:bodyPr/>
        <a:lstStyle/>
        <a:p>
          <a:endParaRPr lang="en-US"/>
        </a:p>
      </dgm:t>
    </dgm:pt>
    <dgm:pt modelId="{FECA3973-53AB-4BEA-B9EA-C2ACC9CF82B1}">
      <dgm:prSet custT="1"/>
      <dgm:spPr/>
      <dgm:t>
        <a:bodyPr/>
        <a:lstStyle/>
        <a:p>
          <a:pPr algn="l"/>
          <a:r>
            <a:rPr lang="en-US" sz="1800" b="1"/>
            <a:t>RQ1: </a:t>
          </a:r>
          <a:r>
            <a:rPr lang="en-US" sz="1800"/>
            <a:t>What are the fundamental concepts essential for the specification of fairness-related requirements in software development? </a:t>
          </a:r>
        </a:p>
        <a:p>
          <a:pPr algn="l"/>
          <a:endParaRPr lang="en-US" sz="1100" b="1"/>
        </a:p>
        <a:p>
          <a:pPr algn="l"/>
          <a:endParaRPr lang="en-US" sz="1100"/>
        </a:p>
      </dgm:t>
    </dgm:pt>
    <dgm:pt modelId="{2E01D847-085F-4A76-8475-4097152631F4}" type="sibTrans" cxnId="{9AA6742E-75E1-4A97-809A-DB9A530E59C3}">
      <dgm:prSet/>
      <dgm:spPr/>
      <dgm:t>
        <a:bodyPr/>
        <a:lstStyle/>
        <a:p>
          <a:endParaRPr lang="en-US"/>
        </a:p>
      </dgm:t>
    </dgm:pt>
    <dgm:pt modelId="{B0BE48B7-2239-414A-A225-CB14CB82D620}" type="parTrans" cxnId="{9AA6742E-75E1-4A97-809A-DB9A530E59C3}">
      <dgm:prSet/>
      <dgm:spPr/>
      <dgm:t>
        <a:bodyPr/>
        <a:lstStyle/>
        <a:p>
          <a:endParaRPr lang="en-US"/>
        </a:p>
      </dgm:t>
    </dgm:pt>
    <dgm:pt modelId="{EAE7CCD8-FE66-44D5-A797-419FB988B2CD}" type="pres">
      <dgm:prSet presAssocID="{580A4DBA-CCFA-47C5-AAC0-A517344CB2D6}" presName="diagram" presStyleCnt="0">
        <dgm:presLayoutVars>
          <dgm:dir/>
          <dgm:resizeHandles val="exact"/>
        </dgm:presLayoutVars>
      </dgm:prSet>
      <dgm:spPr/>
    </dgm:pt>
    <dgm:pt modelId="{9AD83713-3663-4FAA-B5F6-04D3998AE90E}" type="pres">
      <dgm:prSet presAssocID="{FECA3973-53AB-4BEA-B9EA-C2ACC9CF82B1}" presName="node" presStyleLbl="node1" presStyleIdx="0" presStyleCnt="4" custScaleX="2000000" custScaleY="2000000" custLinFactX="-21349" custLinFactNeighborX="-100000" custLinFactNeighborY="-2480">
        <dgm:presLayoutVars>
          <dgm:bulletEnabled val="1"/>
        </dgm:presLayoutVars>
      </dgm:prSet>
      <dgm:spPr/>
    </dgm:pt>
    <dgm:pt modelId="{225B81B7-AC16-4550-8B6E-1B7A1566B1D6}" type="pres">
      <dgm:prSet presAssocID="{2E01D847-085F-4A76-8475-4097152631F4}" presName="sibTrans" presStyleCnt="0"/>
      <dgm:spPr/>
    </dgm:pt>
    <dgm:pt modelId="{32B7D225-FABB-4C12-B16C-0D315725565C}" type="pres">
      <dgm:prSet presAssocID="{CC50DA8A-B033-4D65-8486-D9549964CECF}" presName="node" presStyleLbl="node1" presStyleIdx="1" presStyleCnt="4" custScaleX="2000000" custScaleY="2000000" custLinFactNeighborX="42005" custLinFactNeighborY="-2480">
        <dgm:presLayoutVars>
          <dgm:bulletEnabled val="1"/>
        </dgm:presLayoutVars>
      </dgm:prSet>
      <dgm:spPr/>
    </dgm:pt>
    <dgm:pt modelId="{74D27C2F-C175-4183-BD7E-494CF8849613}" type="pres">
      <dgm:prSet presAssocID="{EBD8ADA3-45D0-45F0-A786-A53FAE5AAE1A}" presName="sibTrans" presStyleCnt="0"/>
      <dgm:spPr/>
    </dgm:pt>
    <dgm:pt modelId="{7CCEFE7C-DCF1-4783-A0A0-0BDDA3B2885D}" type="pres">
      <dgm:prSet presAssocID="{E3B045AC-58C6-46B9-B924-51019E7C95DD}" presName="node" presStyleLbl="node1" presStyleIdx="2" presStyleCnt="4" custScaleX="2000000" custScaleY="2000000" custLinFactX="-26017" custLinFactNeighborX="-100000" custLinFactNeighborY="7779">
        <dgm:presLayoutVars>
          <dgm:bulletEnabled val="1"/>
        </dgm:presLayoutVars>
      </dgm:prSet>
      <dgm:spPr/>
    </dgm:pt>
    <dgm:pt modelId="{B2659C5B-3A8D-463E-8241-2100020929C6}" type="pres">
      <dgm:prSet presAssocID="{3E85858A-5631-45A3-91C8-EA0572097477}" presName="sibTrans" presStyleCnt="0"/>
      <dgm:spPr/>
    </dgm:pt>
    <dgm:pt modelId="{17BA60BA-BC84-4479-84F4-C2F30FA5F361}" type="pres">
      <dgm:prSet presAssocID="{BA7F7CA7-394C-4EA0-8577-B3AD22597CED}" presName="node" presStyleLbl="node1" presStyleIdx="3" presStyleCnt="4" custScaleX="2000000" custScaleY="2000000" custLinFactNeighborX="42006" custLinFactNeighborY="2480">
        <dgm:presLayoutVars>
          <dgm:bulletEnabled val="1"/>
        </dgm:presLayoutVars>
      </dgm:prSet>
      <dgm:spPr/>
    </dgm:pt>
  </dgm:ptLst>
  <dgm:cxnLst>
    <dgm:cxn modelId="{D4EFC60D-53D1-4959-AA76-B429F1D94C53}" type="presOf" srcId="{580A4DBA-CCFA-47C5-AAC0-A517344CB2D6}" destId="{EAE7CCD8-FE66-44D5-A797-419FB988B2CD}" srcOrd="0" destOrd="0" presId="urn:microsoft.com/office/officeart/2005/8/layout/default"/>
    <dgm:cxn modelId="{63A1831A-349B-479B-81B1-00210F5C594B}" srcId="{580A4DBA-CCFA-47C5-AAC0-A517344CB2D6}" destId="{CC50DA8A-B033-4D65-8486-D9549964CECF}" srcOrd="1" destOrd="0" parTransId="{0FCB488E-7B7B-43CA-8EAE-61E442C5DE35}" sibTransId="{EBD8ADA3-45D0-45F0-A786-A53FAE5AAE1A}"/>
    <dgm:cxn modelId="{873E912B-9E50-402A-AAEB-330FF5B0BC35}" type="presOf" srcId="{FECA3973-53AB-4BEA-B9EA-C2ACC9CF82B1}" destId="{9AD83713-3663-4FAA-B5F6-04D3998AE90E}" srcOrd="0" destOrd="0" presId="urn:microsoft.com/office/officeart/2005/8/layout/default"/>
    <dgm:cxn modelId="{9AA6742E-75E1-4A97-809A-DB9A530E59C3}" srcId="{580A4DBA-CCFA-47C5-AAC0-A517344CB2D6}" destId="{FECA3973-53AB-4BEA-B9EA-C2ACC9CF82B1}" srcOrd="0" destOrd="0" parTransId="{B0BE48B7-2239-414A-A225-CB14CB82D620}" sibTransId="{2E01D847-085F-4A76-8475-4097152631F4}"/>
    <dgm:cxn modelId="{3C75B998-B0CA-40B5-B266-160CBEAFB34F}" type="presOf" srcId="{E3B045AC-58C6-46B9-B924-51019E7C95DD}" destId="{7CCEFE7C-DCF1-4783-A0A0-0BDDA3B2885D}" srcOrd="0" destOrd="0" presId="urn:microsoft.com/office/officeart/2005/8/layout/default"/>
    <dgm:cxn modelId="{44C312AF-9A66-43BC-A010-49DAB544C763}" srcId="{580A4DBA-CCFA-47C5-AAC0-A517344CB2D6}" destId="{E3B045AC-58C6-46B9-B924-51019E7C95DD}" srcOrd="2" destOrd="0" parTransId="{EEF9E96F-392F-47AE-90A1-014EE7CECC00}" sibTransId="{3E85858A-5631-45A3-91C8-EA0572097477}"/>
    <dgm:cxn modelId="{5A82F1B3-36F0-4508-BE4A-464293572B45}" srcId="{580A4DBA-CCFA-47C5-AAC0-A517344CB2D6}" destId="{BA7F7CA7-394C-4EA0-8577-B3AD22597CED}" srcOrd="3" destOrd="0" parTransId="{41792AF0-0769-41F2-8CDD-5ED62483DAF8}" sibTransId="{7A387949-46FE-49B9-85B3-03E5A79AE5B1}"/>
    <dgm:cxn modelId="{C4BAA0C2-DB77-445A-9A98-A699A9B9714F}" type="presOf" srcId="{BA7F7CA7-394C-4EA0-8577-B3AD22597CED}" destId="{17BA60BA-BC84-4479-84F4-C2F30FA5F361}" srcOrd="0" destOrd="0" presId="urn:microsoft.com/office/officeart/2005/8/layout/default"/>
    <dgm:cxn modelId="{9F05CFEC-FBEE-44DF-826D-19C6189BDEAD}" type="presOf" srcId="{CC50DA8A-B033-4D65-8486-D9549964CECF}" destId="{32B7D225-FABB-4C12-B16C-0D315725565C}" srcOrd="0" destOrd="0" presId="urn:microsoft.com/office/officeart/2005/8/layout/default"/>
    <dgm:cxn modelId="{4ACBE437-20C5-4FF5-A2F9-C048400BB17D}" type="presParOf" srcId="{EAE7CCD8-FE66-44D5-A797-419FB988B2CD}" destId="{9AD83713-3663-4FAA-B5F6-04D3998AE90E}" srcOrd="0" destOrd="0" presId="urn:microsoft.com/office/officeart/2005/8/layout/default"/>
    <dgm:cxn modelId="{8E153D6F-CD1A-4EE2-9AA6-91861B25E9CA}" type="presParOf" srcId="{EAE7CCD8-FE66-44D5-A797-419FB988B2CD}" destId="{225B81B7-AC16-4550-8B6E-1B7A1566B1D6}" srcOrd="1" destOrd="0" presId="urn:microsoft.com/office/officeart/2005/8/layout/default"/>
    <dgm:cxn modelId="{FFE8FDB2-F956-4DE2-99C8-33A2F3F96900}" type="presParOf" srcId="{EAE7CCD8-FE66-44D5-A797-419FB988B2CD}" destId="{32B7D225-FABB-4C12-B16C-0D315725565C}" srcOrd="2" destOrd="0" presId="urn:microsoft.com/office/officeart/2005/8/layout/default"/>
    <dgm:cxn modelId="{76F2A1B8-0701-4B0A-9B36-EB9E2F50F6A1}" type="presParOf" srcId="{EAE7CCD8-FE66-44D5-A797-419FB988B2CD}" destId="{74D27C2F-C175-4183-BD7E-494CF8849613}" srcOrd="3" destOrd="0" presId="urn:microsoft.com/office/officeart/2005/8/layout/default"/>
    <dgm:cxn modelId="{B470DB11-AA15-4EAF-8BA7-76905431A463}" type="presParOf" srcId="{EAE7CCD8-FE66-44D5-A797-419FB988B2CD}" destId="{7CCEFE7C-DCF1-4783-A0A0-0BDDA3B2885D}" srcOrd="4" destOrd="0" presId="urn:microsoft.com/office/officeart/2005/8/layout/default"/>
    <dgm:cxn modelId="{1536360D-7801-4A91-A5FD-3E8633E59CF8}" type="presParOf" srcId="{EAE7CCD8-FE66-44D5-A797-419FB988B2CD}" destId="{B2659C5B-3A8D-463E-8241-2100020929C6}" srcOrd="5" destOrd="0" presId="urn:microsoft.com/office/officeart/2005/8/layout/default"/>
    <dgm:cxn modelId="{05AE5E20-6CE9-4AF7-A4AC-BB741FC62B12}" type="presParOf" srcId="{EAE7CCD8-FE66-44D5-A797-419FB988B2CD}" destId="{17BA60BA-BC84-4479-84F4-C2F30FA5F36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3A2B94-D9B7-49F0-BB20-2AD2064ACCFE}">
      <dsp:nvSpPr>
        <dsp:cNvPr id="0" name=""/>
        <dsp:cNvSpPr/>
      </dsp:nvSpPr>
      <dsp:spPr>
        <a:xfrm>
          <a:off x="0" y="405"/>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65B1A2-E064-442F-B720-7E5BC2B140F0}">
      <dsp:nvSpPr>
        <dsp:cNvPr id="0" name=""/>
        <dsp:cNvSpPr/>
      </dsp:nvSpPr>
      <dsp:spPr>
        <a:xfrm>
          <a:off x="168972" y="126087"/>
          <a:ext cx="307223" cy="3072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C70B53-908C-44A3-8549-5EEA90380A51}">
      <dsp:nvSpPr>
        <dsp:cNvPr id="0" name=""/>
        <dsp:cNvSpPr/>
      </dsp:nvSpPr>
      <dsp:spPr>
        <a:xfrm>
          <a:off x="645168" y="405"/>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Introduction and Motivation	 </a:t>
          </a:r>
        </a:p>
      </dsp:txBody>
      <dsp:txXfrm>
        <a:off x="645168" y="405"/>
        <a:ext cx="10830967" cy="558587"/>
      </dsp:txXfrm>
    </dsp:sp>
    <dsp:sp modelId="{68FCAF14-5EB8-4C61-9ED9-F0F70E6177C2}">
      <dsp:nvSpPr>
        <dsp:cNvPr id="0" name=""/>
        <dsp:cNvSpPr/>
      </dsp:nvSpPr>
      <dsp:spPr>
        <a:xfrm>
          <a:off x="0" y="698640"/>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02155D-930A-4E24-8029-3E6BC819A73C}">
      <dsp:nvSpPr>
        <dsp:cNvPr id="0" name=""/>
        <dsp:cNvSpPr/>
      </dsp:nvSpPr>
      <dsp:spPr>
        <a:xfrm>
          <a:off x="168972" y="824322"/>
          <a:ext cx="307223" cy="3072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5C5BD2-A977-4DAF-BE97-3201B311C2B4}">
      <dsp:nvSpPr>
        <dsp:cNvPr id="0" name=""/>
        <dsp:cNvSpPr/>
      </dsp:nvSpPr>
      <dsp:spPr>
        <a:xfrm>
          <a:off x="645168" y="698640"/>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dirty="0"/>
            <a:t>State of the Art</a:t>
          </a:r>
        </a:p>
      </dsp:txBody>
      <dsp:txXfrm>
        <a:off x="645168" y="698640"/>
        <a:ext cx="10830967" cy="558587"/>
      </dsp:txXfrm>
    </dsp:sp>
    <dsp:sp modelId="{22C6126D-9678-4F8A-BB33-608FA5DB0848}">
      <dsp:nvSpPr>
        <dsp:cNvPr id="0" name=""/>
        <dsp:cNvSpPr/>
      </dsp:nvSpPr>
      <dsp:spPr>
        <a:xfrm>
          <a:off x="0" y="1396874"/>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D8F0C4-2431-49C5-BD86-9831307CA894}">
      <dsp:nvSpPr>
        <dsp:cNvPr id="0" name=""/>
        <dsp:cNvSpPr/>
      </dsp:nvSpPr>
      <dsp:spPr>
        <a:xfrm>
          <a:off x="168972" y="1522556"/>
          <a:ext cx="307223" cy="3072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C7EC15-41F4-41D5-9527-465396E7067B}">
      <dsp:nvSpPr>
        <dsp:cNvPr id="0" name=""/>
        <dsp:cNvSpPr/>
      </dsp:nvSpPr>
      <dsp:spPr>
        <a:xfrm>
          <a:off x="645168" y="1396874"/>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Why should fairness be considered in Requirements Engineering?</a:t>
          </a:r>
        </a:p>
      </dsp:txBody>
      <dsp:txXfrm>
        <a:off x="645168" y="1396874"/>
        <a:ext cx="10830967" cy="558587"/>
      </dsp:txXfrm>
    </dsp:sp>
    <dsp:sp modelId="{752011D4-73B8-4527-9A9E-47ACA3EC3963}">
      <dsp:nvSpPr>
        <dsp:cNvPr id="0" name=""/>
        <dsp:cNvSpPr/>
      </dsp:nvSpPr>
      <dsp:spPr>
        <a:xfrm>
          <a:off x="0" y="2095109"/>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A9B853-8A53-46B6-B82A-CD96F47C020A}">
      <dsp:nvSpPr>
        <dsp:cNvPr id="0" name=""/>
        <dsp:cNvSpPr/>
      </dsp:nvSpPr>
      <dsp:spPr>
        <a:xfrm>
          <a:off x="168972" y="2220791"/>
          <a:ext cx="307223" cy="3072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EA4611-900B-4A22-9755-7FFE5A057B1B}">
      <dsp:nvSpPr>
        <dsp:cNvPr id="0" name=""/>
        <dsp:cNvSpPr/>
      </dsp:nvSpPr>
      <dsp:spPr>
        <a:xfrm>
          <a:off x="645168" y="2095109"/>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Why is specifying fairness requirements challenging? </a:t>
          </a:r>
        </a:p>
      </dsp:txBody>
      <dsp:txXfrm>
        <a:off x="645168" y="2095109"/>
        <a:ext cx="10830967" cy="558587"/>
      </dsp:txXfrm>
    </dsp:sp>
    <dsp:sp modelId="{D2C1C690-6A0F-4B98-AE97-31723800995B}">
      <dsp:nvSpPr>
        <dsp:cNvPr id="0" name=""/>
        <dsp:cNvSpPr/>
      </dsp:nvSpPr>
      <dsp:spPr>
        <a:xfrm>
          <a:off x="0" y="2793343"/>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3D6884-DDB0-48DF-B906-C63C4F456DE6}">
      <dsp:nvSpPr>
        <dsp:cNvPr id="0" name=""/>
        <dsp:cNvSpPr/>
      </dsp:nvSpPr>
      <dsp:spPr>
        <a:xfrm>
          <a:off x="168972" y="2919025"/>
          <a:ext cx="307223" cy="3072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FAB25F-D7DC-436C-8936-A29FDE83EE27}">
      <dsp:nvSpPr>
        <dsp:cNvPr id="0" name=""/>
        <dsp:cNvSpPr/>
      </dsp:nvSpPr>
      <dsp:spPr>
        <a:xfrm>
          <a:off x="645168" y="2793343"/>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Research Questions</a:t>
          </a:r>
        </a:p>
      </dsp:txBody>
      <dsp:txXfrm>
        <a:off x="645168" y="2793343"/>
        <a:ext cx="10830967" cy="558587"/>
      </dsp:txXfrm>
    </dsp:sp>
    <dsp:sp modelId="{14601664-6F9F-487E-83F5-C189879882D3}">
      <dsp:nvSpPr>
        <dsp:cNvPr id="0" name=""/>
        <dsp:cNvSpPr/>
      </dsp:nvSpPr>
      <dsp:spPr>
        <a:xfrm>
          <a:off x="0" y="3491578"/>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584A60-B299-4C86-8E07-DCEFDDB651CC}">
      <dsp:nvSpPr>
        <dsp:cNvPr id="0" name=""/>
        <dsp:cNvSpPr/>
      </dsp:nvSpPr>
      <dsp:spPr>
        <a:xfrm>
          <a:off x="168972" y="3617260"/>
          <a:ext cx="307223" cy="30722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7943A2-4A14-4D96-82BF-4DD6752F8900}">
      <dsp:nvSpPr>
        <dsp:cNvPr id="0" name=""/>
        <dsp:cNvSpPr/>
      </dsp:nvSpPr>
      <dsp:spPr>
        <a:xfrm>
          <a:off x="645168" y="3491578"/>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Methodology</a:t>
          </a:r>
        </a:p>
      </dsp:txBody>
      <dsp:txXfrm>
        <a:off x="645168" y="3491578"/>
        <a:ext cx="10830967" cy="558587"/>
      </dsp:txXfrm>
    </dsp:sp>
    <dsp:sp modelId="{E2B04B01-11D3-4152-827A-D277673F5D72}">
      <dsp:nvSpPr>
        <dsp:cNvPr id="0" name=""/>
        <dsp:cNvSpPr/>
      </dsp:nvSpPr>
      <dsp:spPr>
        <a:xfrm>
          <a:off x="0" y="4189812"/>
          <a:ext cx="11476136" cy="558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D9943-714C-4197-8993-9FF02052428D}">
      <dsp:nvSpPr>
        <dsp:cNvPr id="0" name=""/>
        <dsp:cNvSpPr/>
      </dsp:nvSpPr>
      <dsp:spPr>
        <a:xfrm>
          <a:off x="168972" y="4315494"/>
          <a:ext cx="307223" cy="30722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9242BE-363C-4B63-86AC-09C00EDF5802}">
      <dsp:nvSpPr>
        <dsp:cNvPr id="0" name=""/>
        <dsp:cNvSpPr/>
      </dsp:nvSpPr>
      <dsp:spPr>
        <a:xfrm>
          <a:off x="645168" y="4189812"/>
          <a:ext cx="10830967" cy="55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117" tIns="59117" rIns="59117" bIns="59117" numCol="1" spcCol="1270" anchor="ctr" anchorCtr="0">
          <a:noAutofit/>
        </a:bodyPr>
        <a:lstStyle/>
        <a:p>
          <a:pPr marL="0" lvl="0" indent="0" algn="l" defTabSz="711200">
            <a:lnSpc>
              <a:spcPct val="100000"/>
            </a:lnSpc>
            <a:spcBef>
              <a:spcPct val="0"/>
            </a:spcBef>
            <a:spcAft>
              <a:spcPct val="35000"/>
            </a:spcAft>
            <a:buNone/>
          </a:pPr>
          <a:r>
            <a:rPr lang="en-US" sz="1600" kern="1200"/>
            <a:t>Work Packages and Schedules </a:t>
          </a:r>
        </a:p>
      </dsp:txBody>
      <dsp:txXfrm>
        <a:off x="645168" y="4189812"/>
        <a:ext cx="10830967" cy="5585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E344F5-360A-422E-A520-DBCD03F040D3}">
      <dsp:nvSpPr>
        <dsp:cNvPr id="0" name=""/>
        <dsp:cNvSpPr/>
      </dsp:nvSpPr>
      <dsp:spPr>
        <a:xfrm>
          <a:off x="6399" y="206363"/>
          <a:ext cx="1966315" cy="646952"/>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329875" y="206363"/>
        <a:ext cx="1319363" cy="646952"/>
      </dsp:txXfrm>
    </dsp:sp>
    <dsp:sp modelId="{4F7619BE-683A-4D9D-A836-87437F03DFD4}">
      <dsp:nvSpPr>
        <dsp:cNvPr id="0" name=""/>
        <dsp:cNvSpPr/>
      </dsp:nvSpPr>
      <dsp:spPr>
        <a:xfrm>
          <a:off x="1810977" y="206363"/>
          <a:ext cx="1617381" cy="646952"/>
        </a:xfrm>
        <a:prstGeom prst="chevron">
          <a:avLst/>
        </a:prstGeom>
        <a:solidFill>
          <a:schemeClr val="accent5">
            <a:hueOff val="260493"/>
            <a:satOff val="0"/>
            <a:lumOff val="2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2134453" y="206363"/>
        <a:ext cx="970429" cy="646952"/>
      </dsp:txXfrm>
    </dsp:sp>
    <dsp:sp modelId="{E98D6CC4-9FF8-4D3A-9168-57477405B233}">
      <dsp:nvSpPr>
        <dsp:cNvPr id="0" name=""/>
        <dsp:cNvSpPr/>
      </dsp:nvSpPr>
      <dsp:spPr>
        <a:xfrm>
          <a:off x="3266621" y="206363"/>
          <a:ext cx="1723288" cy="646952"/>
        </a:xfrm>
        <a:prstGeom prst="chevron">
          <a:avLst/>
        </a:prstGeom>
        <a:solidFill>
          <a:schemeClr val="accent5">
            <a:hueOff val="520985"/>
            <a:satOff val="0"/>
            <a:lumOff val="4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3590097" y="206363"/>
        <a:ext cx="1076336" cy="646952"/>
      </dsp:txXfrm>
    </dsp:sp>
    <dsp:sp modelId="{E302F870-F6F4-4637-8FCC-AD91C30E9F1D}">
      <dsp:nvSpPr>
        <dsp:cNvPr id="0" name=""/>
        <dsp:cNvSpPr/>
      </dsp:nvSpPr>
      <dsp:spPr>
        <a:xfrm>
          <a:off x="4828170" y="206363"/>
          <a:ext cx="1960460" cy="646952"/>
        </a:xfrm>
        <a:prstGeom prst="chevron">
          <a:avLst/>
        </a:prstGeom>
        <a:solidFill>
          <a:schemeClr val="accent5">
            <a:hueOff val="781478"/>
            <a:satOff val="0"/>
            <a:lumOff val="7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5151646" y="206363"/>
        <a:ext cx="1313508" cy="646952"/>
      </dsp:txXfrm>
    </dsp:sp>
    <dsp:sp modelId="{22EFBC2A-78B2-4B56-80CB-EBC54FA7129D}">
      <dsp:nvSpPr>
        <dsp:cNvPr id="0" name=""/>
        <dsp:cNvSpPr/>
      </dsp:nvSpPr>
      <dsp:spPr>
        <a:xfrm>
          <a:off x="6626893" y="206363"/>
          <a:ext cx="1617381" cy="646952"/>
        </a:xfrm>
        <a:prstGeom prst="chevron">
          <a:avLst/>
        </a:prstGeom>
        <a:solidFill>
          <a:schemeClr val="accent5">
            <a:hueOff val="1041970"/>
            <a:satOff val="0"/>
            <a:lumOff val="9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6950369" y="206363"/>
        <a:ext cx="970429" cy="646952"/>
      </dsp:txXfrm>
    </dsp:sp>
    <dsp:sp modelId="{F16BBED7-0EFB-4B0F-B4EF-6CF54B99E408}">
      <dsp:nvSpPr>
        <dsp:cNvPr id="0" name=""/>
        <dsp:cNvSpPr/>
      </dsp:nvSpPr>
      <dsp:spPr>
        <a:xfrm>
          <a:off x="8082537" y="206363"/>
          <a:ext cx="2343812" cy="646952"/>
        </a:xfrm>
        <a:prstGeom prst="chevron">
          <a:avLst/>
        </a:prstGeom>
        <a:solidFill>
          <a:schemeClr val="accent5">
            <a:hueOff val="1302463"/>
            <a:satOff val="0"/>
            <a:lumOff val="1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018" tIns="46673" rIns="46673" bIns="46673" numCol="1" spcCol="1270" anchor="ctr" anchorCtr="0">
          <a:noAutofit/>
        </a:bodyPr>
        <a:lstStyle/>
        <a:p>
          <a:pPr marL="0" lvl="0" indent="0" algn="ctr" defTabSz="1555750">
            <a:lnSpc>
              <a:spcPct val="90000"/>
            </a:lnSpc>
            <a:spcBef>
              <a:spcPct val="0"/>
            </a:spcBef>
            <a:spcAft>
              <a:spcPct val="35000"/>
            </a:spcAft>
            <a:buNone/>
          </a:pPr>
          <a:endParaRPr lang="en-US" sz="3500" b="1" kern="1200"/>
        </a:p>
      </dsp:txBody>
      <dsp:txXfrm>
        <a:off x="8406013" y="206363"/>
        <a:ext cx="1696860" cy="6469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83713-3663-4FAA-B5F6-04D3998AE90E}">
      <dsp:nvSpPr>
        <dsp:cNvPr id="0" name=""/>
        <dsp:cNvSpPr/>
      </dsp:nvSpPr>
      <dsp:spPr>
        <a:xfrm>
          <a:off x="1130168" y="0"/>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RQ1: </a:t>
          </a:r>
          <a:r>
            <a:rPr lang="en-US" sz="1800" kern="1200"/>
            <a:t>What are the fundamental concepts essential for the specification of fairness-related requirements in software development? </a:t>
          </a:r>
        </a:p>
        <a:p>
          <a:pPr marL="0" lvl="0" indent="0" algn="l" defTabSz="800100">
            <a:lnSpc>
              <a:spcPct val="90000"/>
            </a:lnSpc>
            <a:spcBef>
              <a:spcPct val="0"/>
            </a:spcBef>
            <a:spcAft>
              <a:spcPct val="35000"/>
            </a:spcAft>
            <a:buNone/>
          </a:pPr>
          <a:endParaRPr lang="en-US" sz="1100" b="1" kern="1200"/>
        </a:p>
        <a:p>
          <a:pPr marL="0" lvl="0" indent="0" algn="l" defTabSz="800100">
            <a:lnSpc>
              <a:spcPct val="90000"/>
            </a:lnSpc>
            <a:spcBef>
              <a:spcPct val="0"/>
            </a:spcBef>
            <a:spcAft>
              <a:spcPct val="35000"/>
            </a:spcAft>
            <a:buNone/>
          </a:pPr>
          <a:endParaRPr lang="en-US" sz="1100" kern="1200"/>
        </a:p>
      </dsp:txBody>
      <dsp:txXfrm>
        <a:off x="1130168" y="0"/>
        <a:ext cx="4039542" cy="2423725"/>
      </dsp:txXfrm>
    </dsp:sp>
    <dsp:sp modelId="{32B7D225-FABB-4C12-B16C-0D315725565C}">
      <dsp:nvSpPr>
        <dsp:cNvPr id="0" name=""/>
        <dsp:cNvSpPr/>
      </dsp:nvSpPr>
      <dsp:spPr>
        <a:xfrm>
          <a:off x="5519845" y="0"/>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RQ2: </a:t>
          </a:r>
          <a:r>
            <a:rPr lang="en-US" sz="1800" b="0" kern="1200"/>
            <a:t>How can the relationships between the identified concepts be effectively expressed and structured in a conceptual model for specifying fairness-related requirements in software? </a:t>
          </a:r>
        </a:p>
      </dsp:txBody>
      <dsp:txXfrm>
        <a:off x="5519845" y="0"/>
        <a:ext cx="4039542" cy="2423725"/>
      </dsp:txXfrm>
    </dsp:sp>
    <dsp:sp modelId="{7CCEFE7C-DCF1-4783-A0A0-0BDDA3B2885D}">
      <dsp:nvSpPr>
        <dsp:cNvPr id="0" name=""/>
        <dsp:cNvSpPr/>
      </dsp:nvSpPr>
      <dsp:spPr>
        <a:xfrm>
          <a:off x="1120739" y="2449932"/>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RQ3: </a:t>
          </a:r>
          <a:r>
            <a:rPr lang="en-US" sz="1800" kern="1200"/>
            <a:t>How can the MASTER template be extended effectively to incorporate explicit fairness conditions in software requirements?</a:t>
          </a:r>
        </a:p>
      </dsp:txBody>
      <dsp:txXfrm>
        <a:off x="1120739" y="2449932"/>
        <a:ext cx="4039542" cy="2423725"/>
      </dsp:txXfrm>
    </dsp:sp>
    <dsp:sp modelId="{17BA60BA-BC84-4479-84F4-C2F30FA5F361}">
      <dsp:nvSpPr>
        <dsp:cNvPr id="0" name=""/>
        <dsp:cNvSpPr/>
      </dsp:nvSpPr>
      <dsp:spPr>
        <a:xfrm>
          <a:off x="5519847" y="2449932"/>
          <a:ext cx="4039542" cy="242372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RQ4: </a:t>
          </a:r>
          <a:r>
            <a:rPr lang="en-US" sz="1800" b="0" kern="1200"/>
            <a:t>How can the applicability of the developed conceptual model and MASTER template be evaluated through a real-world case study? </a:t>
          </a:r>
        </a:p>
      </dsp:txBody>
      <dsp:txXfrm>
        <a:off x="5519847" y="2449932"/>
        <a:ext cx="4039542" cy="242372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4AA6D-DD87-4745-A551-2B32387146DD}" type="datetime4">
              <a:rPr lang="de-DE" smtClean="0">
                <a:latin typeface="Open Sans" panose="020B0606030504020204" pitchFamily="34" charset="0"/>
              </a:rPr>
              <a:t>9. Juli 2024</a:t>
            </a:fld>
            <a:endParaRPr lang="en-US">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EB1EB1-4680-4132-B876-108EF4BDB3D1}" type="slidenum">
              <a:rPr lang="en-US" smtClean="0">
                <a:latin typeface="Open Sans" panose="020B0606030504020204" pitchFamily="34" charset="0"/>
              </a:rPr>
              <a:t>‹#›</a:t>
            </a:fld>
            <a:endParaRPr lang="en-US">
              <a:latin typeface="Open Sans" panose="020B0606030504020204" pitchFamily="34" charset="0"/>
            </a:endParaRPr>
          </a:p>
        </p:txBody>
      </p:sp>
    </p:spTree>
    <p:extLst>
      <p:ext uri="{BB962C8B-B14F-4D97-AF65-F5344CB8AC3E}">
        <p14:creationId xmlns:p14="http://schemas.microsoft.com/office/powerpoint/2010/main" val="1977945377"/>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3DEA87-7826-2041-8692-FAD7D18CC24F}" type="datetime4">
              <a:rPr lang="de-DE" smtClean="0"/>
              <a:t>9. Juli 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74A5CD-718D-E149-8B3E-0E74E0E018BA}" type="slidenum">
              <a:rPr lang="de-DE" smtClean="0"/>
              <a:t>‹#›</a:t>
            </a:fld>
            <a:endParaRPr lang="de-DE"/>
          </a:p>
        </p:txBody>
      </p:sp>
    </p:spTree>
    <p:extLst>
      <p:ext uri="{BB962C8B-B14F-4D97-AF65-F5344CB8AC3E}">
        <p14:creationId xmlns:p14="http://schemas.microsoft.com/office/powerpoint/2010/main" val="509196071"/>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Morning Everyone and thank you for joining today’s call. I’m pitching my proposal for a thesis on supporting the specification of fairness requirements under Dr. </a:t>
            </a:r>
            <a:r>
              <a:rPr lang="en-US" err="1"/>
              <a:t>Qusai</a:t>
            </a:r>
            <a:r>
              <a:rPr lang="en-US"/>
              <a:t> Ramadan. </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1</a:t>
            </a:fld>
            <a:endParaRPr lang="de-DE"/>
          </a:p>
        </p:txBody>
      </p:sp>
    </p:spTree>
    <p:extLst>
      <p:ext uri="{BB962C8B-B14F-4D97-AF65-F5344CB8AC3E}">
        <p14:creationId xmlns:p14="http://schemas.microsoft.com/office/powerpoint/2010/main" val="1330906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Contents provides a brief overview of the topics we will be covering in this meeting. </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2</a:t>
            </a:fld>
            <a:endParaRPr lang="de-DE"/>
          </a:p>
        </p:txBody>
      </p:sp>
    </p:spTree>
    <p:extLst>
      <p:ext uri="{BB962C8B-B14F-4D97-AF65-F5344CB8AC3E}">
        <p14:creationId xmlns:p14="http://schemas.microsoft.com/office/powerpoint/2010/main" val="2763160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Firstly, we need to understand that there are multiple definitions of fairness such as contextual fairness, proportional fairness or distributive fairness to name a few but for this thesis, we will focus on Equality. Equality-based fairness emphasizes on treating all individuals or groups equally, regardless of their differences or circumstances. It aims to ensure that everyone has the same opportunities, rights, and treatment without discrimination or favoritism.</a:t>
            </a:r>
          </a:p>
          <a:p>
            <a:endParaRPr lang="en-US" dirty="0"/>
          </a:p>
          <a:p>
            <a:r>
              <a:rPr lang="en-US" dirty="0"/>
              <a:t>Today, as technology continues to permeate various aspects of our society, from healthcare to finance, education to criminal justice, the ethical and unbiased treatment of individuals or groups by software systems has never been more crucial because we find ourselves at a point where the decisions made by algorithms and artificial intelligence impact our lives in profound ways.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Fairness encompasses various dimensions, including race, gender, socioeconomic, and disability-related fairness, among others. It is about ensuring that the systems that govern our lives treat every individual fairly and justly, regardless of their background or identity.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Decision-making software, in particular, plays a pivotal role in shaping outcomes across diverse domains. Whether it's analyzing data to inform medical diagnoses, evaluating candidates for job opportunities, or predicting recidivism rates in criminal justice systems, these software systems wield immense power in influencing our lives. And unchecked software systems can have adverse implications of biases, discrimination, and inequality that arise from it.</a:t>
            </a:r>
          </a:p>
          <a:p>
            <a:endParaRPr lang="en-US" dirty="0"/>
          </a:p>
          <a:p>
            <a:r>
              <a:rPr lang="en-US" dirty="0"/>
              <a:t>Many companies are collecting data nowadays and this presents the risk of discrimination based on protected characteristics. For example….</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3</a:t>
            </a:fld>
            <a:endParaRPr lang="de-DE"/>
          </a:p>
        </p:txBody>
      </p:sp>
    </p:spTree>
    <p:extLst>
      <p:ext uri="{BB962C8B-B14F-4D97-AF65-F5344CB8AC3E}">
        <p14:creationId xmlns:p14="http://schemas.microsoft.com/office/powerpoint/2010/main" val="1928298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represents the Software Development Lifecycle. We will see how fairness is being tackled in SDLC.  As you can see, the first three stages of requirements engineering, system design module design are considered as the early phases whereas implementation, unit testing, system testing and verification are considered as the later phases. To detect discrimination, it can be done starting from the module design phase and can be carried on in the later phases as well. </a:t>
            </a:r>
          </a:p>
          <a:p>
            <a:endParaRPr lang="en-US" dirty="0"/>
          </a:p>
          <a:p>
            <a:r>
              <a:rPr lang="en-US" dirty="0"/>
              <a:t>During the module design phase, the developers carefully analyze the algorithms and decision-making processes implemented within each module and more attention is paid to identifying potential sources of bias and discrimination, such as the selection of features, training data, and decision rules. As the development progresses to implementation, unit testing, and system testing phases, you have various other testing procedures that help evaluate the fairness of the software. This involves conducting tests to identify disparities in outcomes across different demographic groups and assessing the impact of algorithmic decisions on marginalized populations. </a:t>
            </a:r>
          </a:p>
          <a:p>
            <a:endParaRPr lang="en-US" dirty="0"/>
          </a:p>
          <a:p>
            <a:r>
              <a:rPr lang="en-US" dirty="0"/>
              <a:t>Now, There are also approaches to mitigate discrimination and these approached start in the module design phase and can also last in the implementation phase but these approaches do not exist in the testing phases because the goal is to avoid them before we can get to the testing phase. </a:t>
            </a:r>
          </a:p>
          <a:p>
            <a:endParaRPr lang="en-US" dirty="0"/>
          </a:p>
          <a:p>
            <a:r>
              <a:rPr lang="en-US" dirty="0"/>
              <a:t>There are some approaches that are used for explaining algorithmic decisions in general; this usually happens in the unit testing and system testing &amp; verification phase. There is very little work that is being done in the phase that pertains to fairness; for example where they define what fairness means and what are the different fairness measures and so on.</a:t>
            </a:r>
          </a:p>
          <a:p>
            <a:endParaRPr lang="en-US" dirty="0"/>
          </a:p>
          <a:p>
            <a:r>
              <a:rPr lang="en-US" dirty="0"/>
              <a:t>And each of these three things so to say, detecting discrimination, mitigating discrimination and explaining algorithmic decisions could greatly benefit from understanding what fairness constitutes, in detail. And from this image we can also make out that fairness has been overlooked in the first 2 phases. So, my goal for this thesis is to support the specification of fairness requirements in the requirements engineering phase of the software development lifecycle. So, I am not looking to the system design and will focus particularly on the requirements engineering phase.</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4</a:t>
            </a:fld>
            <a:endParaRPr lang="de-DE"/>
          </a:p>
        </p:txBody>
      </p:sp>
    </p:spTree>
    <p:extLst>
      <p:ext uri="{BB962C8B-B14F-4D97-AF65-F5344CB8AC3E}">
        <p14:creationId xmlns:p14="http://schemas.microsoft.com/office/powerpoint/2010/main" val="3884964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F9F9F9"/>
                </a:solidFill>
                <a:effectLst/>
                <a:latin typeface="Söhne"/>
              </a:rPr>
              <a:t>So, Let’s move on to why should fairness be considered in requirements engineering?</a:t>
            </a:r>
          </a:p>
          <a:p>
            <a:endParaRPr lang="en-US" b="0" i="0">
              <a:solidFill>
                <a:srgbClr val="F9F9F9"/>
              </a:solidFill>
              <a:effectLst/>
              <a:latin typeface="Söhne"/>
            </a:endParaRPr>
          </a:p>
          <a:p>
            <a:r>
              <a:rPr lang="en-US" b="0" i="0">
                <a:solidFill>
                  <a:srgbClr val="F9F9F9"/>
                </a:solidFill>
                <a:effectLst/>
                <a:latin typeface="Söhne"/>
              </a:rPr>
              <a:t>The answer to this question is to avoid the formalism trap. To understand this, we have the following example.</a:t>
            </a:r>
          </a:p>
          <a:p>
            <a:endParaRPr lang="en-US" b="0" i="0">
              <a:solidFill>
                <a:srgbClr val="F9F9F9"/>
              </a:solidFill>
              <a:effectLst/>
              <a:latin typeface="Söhne"/>
            </a:endParaRPr>
          </a:p>
          <a:p>
            <a:r>
              <a:rPr lang="en-US" b="0" i="0">
                <a:solidFill>
                  <a:srgbClr val="F9F9F9"/>
                </a:solidFill>
                <a:effectLst/>
                <a:latin typeface="Söhne"/>
              </a:rPr>
              <a:t>COMPAS software was a pivotal algorithmic tool that was used in the American criminal justice system, which helps in assessing the risk of reoffending or failing to appear in court among defendants. This algorithmic tool takes into consideration a lot of factors ranging from criminal history and age to employment status to generate a risk assessment score. The </a:t>
            </a:r>
            <a:r>
              <a:rPr lang="en-US" b="0" i="0" err="1">
                <a:solidFill>
                  <a:srgbClr val="F9F9F9"/>
                </a:solidFill>
                <a:effectLst/>
                <a:latin typeface="Söhne"/>
              </a:rPr>
              <a:t>overaall</a:t>
            </a:r>
            <a:r>
              <a:rPr lang="en-US" b="0" i="0">
                <a:solidFill>
                  <a:srgbClr val="F9F9F9"/>
                </a:solidFill>
                <a:effectLst/>
                <a:latin typeface="Söhne"/>
              </a:rPr>
              <a:t> goal of this tool is to help the  judges in making more informed decisions.</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5</a:t>
            </a:fld>
            <a:endParaRPr lang="de-DE"/>
          </a:p>
        </p:txBody>
      </p:sp>
    </p:spTree>
    <p:extLst>
      <p:ext uri="{BB962C8B-B14F-4D97-AF65-F5344CB8AC3E}">
        <p14:creationId xmlns:p14="http://schemas.microsoft.com/office/powerpoint/2010/main" val="4085505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C2B3-C6A3-03D8-65EB-C43900A84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7757-EC34-AD77-923E-CB2C15593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91E2A-3D36-6554-A76B-18EAB0578DE0}"/>
              </a:ext>
            </a:extLst>
          </p:cNvPr>
          <p:cNvSpPr>
            <a:spLocks noGrp="1"/>
          </p:cNvSpPr>
          <p:nvPr>
            <p:ph type="body" idx="1"/>
          </p:nvPr>
        </p:nvSpPr>
        <p:spPr/>
        <p:txBody>
          <a:bodyPr/>
          <a:lstStyle/>
          <a:p>
            <a:r>
              <a:rPr lang="en-US"/>
              <a:t>Pro publica conducted an investigation which proved that the compass software violates certain fairness measures such as equality and error rates. They felt people from the marginalized community we're getting higher risk assessment scores compared to others.</a:t>
            </a:r>
          </a:p>
          <a:p>
            <a:endParaRPr lang="en-US"/>
          </a:p>
          <a:p>
            <a:r>
              <a:rPr lang="en-US"/>
              <a:t>Later on, the founder of the compass software came out with a statement stating that the software is fair with respect to accuracy, quality and </a:t>
            </a:r>
            <a:r>
              <a:rPr lang="en-US" b="1"/>
              <a:t>something </a:t>
            </a:r>
            <a:r>
              <a:rPr lang="en-US" b="1" err="1"/>
              <a:t>els</a:t>
            </a:r>
            <a:r>
              <a:rPr lang="en-US" b="1"/>
              <a:t>.</a:t>
            </a:r>
          </a:p>
          <a:p>
            <a:endParaRPr lang="en-US" b="1"/>
          </a:p>
          <a:p>
            <a:r>
              <a:rPr lang="en-US" b="0"/>
              <a:t>This issue occurred due to the lack of clear requirements. If there were clear requirements that were defined then ProPublica could have taken pressed charges against the developers of the compass software for unjust treatment of individuals. Since clear requirements were not specified, both the parties involved were partially right and as they judged the software based on their own requirement, which was not mutually agreed upon. </a:t>
            </a:r>
          </a:p>
          <a:p>
            <a:endParaRPr lang="en-US" b="0"/>
          </a:p>
          <a:p>
            <a:r>
              <a:rPr lang="en-US" b="0"/>
              <a:t>If the requirements were specified clearly with the consultation of a legal expert who has prior knowledge of this subject, it would have been easier to judge the requirements rather than the software because the software is built on top of the requirements. This way the developers can be very certain that they're developing the right software without having to worry of the legal consequences or redeveloping the software again. Also establishing clear requirements would improve the transparency of the software which will help in identifying and addressing bias more efficiently.</a:t>
            </a:r>
          </a:p>
        </p:txBody>
      </p:sp>
      <p:sp>
        <p:nvSpPr>
          <p:cNvPr id="4" name="Date Placeholder 3">
            <a:extLst>
              <a:ext uri="{FF2B5EF4-FFF2-40B4-BE49-F238E27FC236}">
                <a16:creationId xmlns:a16="http://schemas.microsoft.com/office/drawing/2014/main" id="{594E5B52-F324-75F4-7D68-BACE782CE016}"/>
              </a:ext>
            </a:extLst>
          </p:cNvPr>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a:extLst>
              <a:ext uri="{FF2B5EF4-FFF2-40B4-BE49-F238E27FC236}">
                <a16:creationId xmlns:a16="http://schemas.microsoft.com/office/drawing/2014/main" id="{B78D0B61-8CFD-E785-4B9A-37132262BA79}"/>
              </a:ext>
            </a:extLst>
          </p:cNvPr>
          <p:cNvSpPr>
            <a:spLocks noGrp="1"/>
          </p:cNvSpPr>
          <p:nvPr>
            <p:ph type="ftr" sz="quarter" idx="4"/>
          </p:nvPr>
        </p:nvSpPr>
        <p:spPr/>
        <p:txBody>
          <a:bodyPr/>
          <a:lstStyle/>
          <a:p>
            <a:endParaRPr lang="de-DE"/>
          </a:p>
        </p:txBody>
      </p:sp>
      <p:sp>
        <p:nvSpPr>
          <p:cNvPr id="6" name="Slide Number Placeholder 5">
            <a:extLst>
              <a:ext uri="{FF2B5EF4-FFF2-40B4-BE49-F238E27FC236}">
                <a16:creationId xmlns:a16="http://schemas.microsoft.com/office/drawing/2014/main" id="{02E28BC2-2525-3510-213D-39B5482CBF79}"/>
              </a:ext>
            </a:extLst>
          </p:cNvPr>
          <p:cNvSpPr>
            <a:spLocks noGrp="1"/>
          </p:cNvSpPr>
          <p:nvPr>
            <p:ph type="sldNum" sz="quarter" idx="5"/>
          </p:nvPr>
        </p:nvSpPr>
        <p:spPr/>
        <p:txBody>
          <a:bodyPr/>
          <a:lstStyle/>
          <a:p>
            <a:fld id="{F774A5CD-718D-E149-8B3E-0E74E0E018BA}" type="slidenum">
              <a:rPr lang="de-DE" smtClean="0"/>
              <a:t>6</a:t>
            </a:fld>
            <a:endParaRPr lang="de-DE"/>
          </a:p>
        </p:txBody>
      </p:sp>
    </p:spTree>
    <p:extLst>
      <p:ext uri="{BB962C8B-B14F-4D97-AF65-F5344CB8AC3E}">
        <p14:creationId xmlns:p14="http://schemas.microsoft.com/office/powerpoint/2010/main" val="548144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specifying fairness requirements can be challenging for 2 reason in particular.</a:t>
            </a:r>
          </a:p>
          <a:p>
            <a:endParaRPr lang="en-US"/>
          </a:p>
          <a:p>
            <a:r>
              <a:rPr lang="en-US" b="0" i="0">
                <a:solidFill>
                  <a:srgbClr val="ECECEC"/>
                </a:solidFill>
                <a:effectLst/>
                <a:latin typeface="Söhne"/>
              </a:rPr>
              <a:t>Firstly, one of the primary challenges arises from the lack of a conceptual model. Without a standardized glossary, there absence of universally accepted definitions for fairness and its related concepts. This absence leads to ambiguity which makes it more difficult to establish clear criteria for fairness in software systems.</a:t>
            </a:r>
          </a:p>
          <a:p>
            <a:endParaRPr lang="en-US" b="0" i="0">
              <a:solidFill>
                <a:srgbClr val="ECECEC"/>
              </a:solidFill>
              <a:effectLst/>
              <a:latin typeface="Söhne"/>
            </a:endParaRPr>
          </a:p>
          <a:p>
            <a:r>
              <a:rPr lang="en-US"/>
              <a:t>Additionally, the absence of a structured framework for understanding fairness concepts further adds to this challenge. The lack of a systematic approach makes it challenging to define, and address fairness requirements effectively.</a:t>
            </a:r>
          </a:p>
          <a:p>
            <a:endParaRPr lang="en-US"/>
          </a:p>
          <a:p>
            <a:r>
              <a:rPr lang="en-US"/>
              <a:t>Sometimes, there may be multiple interpretations of fairness to describe the same thing. With various perspectives on what constitutes fairness, non-experts may unintentionally operate from different viewpoints, leading to misinterpretations and inconsistent application</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7</a:t>
            </a:fld>
            <a:endParaRPr lang="de-DE"/>
          </a:p>
        </p:txBody>
      </p:sp>
    </p:spTree>
    <p:extLst>
      <p:ext uri="{BB962C8B-B14F-4D97-AF65-F5344CB8AC3E}">
        <p14:creationId xmlns:p14="http://schemas.microsoft.com/office/powerpoint/2010/main" val="3201858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second reason is the lack of a customized requirements engineering template that allows for specifying fairness requirements</a:t>
            </a:r>
          </a:p>
          <a:p>
            <a:endParaRPr lang="en-US"/>
          </a:p>
          <a:p>
            <a:r>
              <a:rPr lang="en-US"/>
              <a:t>for example, if a non expert requirements engineer is designing functional requirements for a particular software using the functional master template, he or she may define the requirements as shown in these examples. </a:t>
            </a:r>
          </a:p>
          <a:p>
            <a:endParaRPr lang="en-US"/>
          </a:p>
          <a:p>
            <a:r>
              <a:rPr lang="en-US"/>
              <a:t>The </a:t>
            </a:r>
            <a:r>
              <a:rPr lang="en-US" b="1"/>
              <a:t>first</a:t>
            </a:r>
            <a:r>
              <a:rPr lang="en-US"/>
              <a:t> requirement states that the COMPAS software should be able to predict the likelihood of reoffending for individuals. This statement lacks specificity regarding how the prediction should be made and what factors should be considered in the prediction process. Without clear definitions of terms such as "likelihood of reoffending" and "individuals," the requirement becomes ambiguous. Additionally, the requirement does not specify how the accuracy or effectiveness of the prediction should be measured, making it unverifiable. </a:t>
            </a:r>
          </a:p>
          <a:p>
            <a:endParaRPr lang="en-US"/>
          </a:p>
          <a:p>
            <a:r>
              <a:rPr lang="en-US"/>
              <a:t>The </a:t>
            </a:r>
            <a:r>
              <a:rPr lang="en-US" b="1"/>
              <a:t>second</a:t>
            </a:r>
            <a:r>
              <a:rPr lang="en-US"/>
              <a:t> requirement mandates that the COMPAS software should be designed to ensure fairness by treating all individuals equally. While fairness is a considered, the requirement lacks clarity on what constitutes fairness and how it should be achieved. Without clear definitions of fairness and equality, the requirement becomes ambiguous and open to interpretation. Different stakeholders may have different views on what fairness entails, leading to subjective interpretations and potential conflicts and without objective criteria for assessing fairness and equality, it is difficult to determine whether the requirement has been fulfilled.</a:t>
            </a:r>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8</a:t>
            </a:fld>
            <a:endParaRPr lang="de-DE"/>
          </a:p>
        </p:txBody>
      </p:sp>
    </p:spTree>
    <p:extLst>
      <p:ext uri="{BB962C8B-B14F-4D97-AF65-F5344CB8AC3E}">
        <p14:creationId xmlns:p14="http://schemas.microsoft.com/office/powerpoint/2010/main" val="274087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RQ1: What are the fundamental concepts essential for the specification of fairness-related requirements in software development? </a:t>
            </a:r>
          </a:p>
          <a:p>
            <a:r>
              <a:rPr lang="en-US" b="1"/>
              <a:t>The Objective of t</a:t>
            </a:r>
            <a:r>
              <a:rPr lang="en-US"/>
              <a:t>his research questions is to identifies the core concepts pertaining to fairness and It aims to delve into the foundational ideas and principles related to specifying fairness-related requirements.. Additionally, this </a:t>
            </a:r>
            <a:r>
              <a:rPr lang="en-US" err="1"/>
              <a:t>rq</a:t>
            </a:r>
            <a:r>
              <a:rPr lang="en-US"/>
              <a:t> will aim to develop a glossary of fairness and its related concepts.</a:t>
            </a:r>
          </a:p>
          <a:p>
            <a:endParaRPr lang="en-US"/>
          </a:p>
          <a:p>
            <a:r>
              <a:rPr lang="en-US"/>
              <a:t>RQ2: How can the relationships between the identified concepts be effectively expressed and structured in a conceptual model for specifying fairness-related requirements in software?</a:t>
            </a:r>
          </a:p>
          <a:p>
            <a:r>
              <a:rPr lang="en-US" b="1"/>
              <a:t>The Objective</a:t>
            </a:r>
            <a:r>
              <a:rPr lang="en-US"/>
              <a:t> of this research question is to understand how the identified concepts from RQ1 can be interconnected and expressed in a conceptual model. It will address the challenge of creating a comprehensive framework that can guide the specification of fairness-related requirements in software.</a:t>
            </a:r>
          </a:p>
          <a:p>
            <a:endParaRPr lang="en-US"/>
          </a:p>
          <a:p>
            <a:r>
              <a:rPr lang="en-US"/>
              <a:t>RQ3: How can the MASTER template be extended effectively to incorporate explicit fairness conditions in software requirements?</a:t>
            </a:r>
          </a:p>
          <a:p>
            <a:r>
              <a:rPr lang="en-US" b="1"/>
              <a:t>Objective</a:t>
            </a:r>
            <a:r>
              <a:rPr lang="en-US"/>
              <a:t>: Analyze the existing structure and components of the MASTER template to identify potential gaps or limitations in addressing fairness-related requirements. Propose and develop enhancements to the MASTER template, to explicitly address fairness considerations in software requirements specification.</a:t>
            </a:r>
          </a:p>
          <a:p>
            <a:endParaRPr lang="en-US"/>
          </a:p>
          <a:p>
            <a:r>
              <a:rPr lang="en-US"/>
              <a:t>RQ4: How can the applicability of the developed conceptual model and MASTER template be evaluated through a real-world case study?</a:t>
            </a:r>
          </a:p>
          <a:p>
            <a:r>
              <a:rPr lang="en-US" b="1"/>
              <a:t>Objective</a:t>
            </a:r>
            <a:r>
              <a:rPr lang="en-US"/>
              <a:t>: Select a diverse and representative real-world case study that involves software development scenarios with potential fairness implications across different domains or contexts. Apply the developed conceptual model and extended MASTER template to the selected case study, ensuring comprehensive coverage of fairness-related requirements and considerations.</a:t>
            </a:r>
          </a:p>
          <a:p>
            <a:endParaRPr lang="en-US"/>
          </a:p>
          <a:p>
            <a:endParaRPr lang="en-US"/>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9</a:t>
            </a:fld>
            <a:endParaRPr lang="de-DE"/>
          </a:p>
        </p:txBody>
      </p:sp>
    </p:spTree>
    <p:extLst>
      <p:ext uri="{BB962C8B-B14F-4D97-AF65-F5344CB8AC3E}">
        <p14:creationId xmlns:p14="http://schemas.microsoft.com/office/powerpoint/2010/main" val="2176220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53DEA87-7826-2041-8692-FAD7D18CC24F}" type="datetime4">
              <a:rPr lang="de-DE" smtClean="0"/>
              <a:t>9. Juli 2024</a:t>
            </a:fld>
            <a:endParaRPr lang="de-DE"/>
          </a:p>
        </p:txBody>
      </p:sp>
      <p:sp>
        <p:nvSpPr>
          <p:cNvPr id="5" name="Footer Placeholder 4"/>
          <p:cNvSpPr>
            <a:spLocks noGrp="1"/>
          </p:cNvSpPr>
          <p:nvPr>
            <p:ph type="ftr" sz="quarter" idx="4"/>
          </p:nvPr>
        </p:nvSpPr>
        <p:spPr/>
        <p:txBody>
          <a:bodyPr/>
          <a:lstStyle/>
          <a:p>
            <a:endParaRPr lang="de-DE"/>
          </a:p>
        </p:txBody>
      </p:sp>
      <p:sp>
        <p:nvSpPr>
          <p:cNvPr id="6" name="Slide Number Placeholder 5"/>
          <p:cNvSpPr>
            <a:spLocks noGrp="1"/>
          </p:cNvSpPr>
          <p:nvPr>
            <p:ph type="sldNum" sz="quarter" idx="5"/>
          </p:nvPr>
        </p:nvSpPr>
        <p:spPr/>
        <p:txBody>
          <a:bodyPr/>
          <a:lstStyle/>
          <a:p>
            <a:fld id="{F774A5CD-718D-E149-8B3E-0E74E0E018BA}" type="slidenum">
              <a:rPr lang="de-DE" smtClean="0"/>
              <a:t>20</a:t>
            </a:fld>
            <a:endParaRPr lang="de-DE"/>
          </a:p>
        </p:txBody>
      </p:sp>
    </p:spTree>
    <p:extLst>
      <p:ext uri="{BB962C8B-B14F-4D97-AF65-F5344CB8AC3E}">
        <p14:creationId xmlns:p14="http://schemas.microsoft.com/office/powerpoint/2010/main" val="2941025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4.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ld links &amp; Aufzählun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6C7C7763-8DF4-6840-95FF-985F46830AE5}"/>
              </a:ext>
            </a:extLst>
          </p:cNvPr>
          <p:cNvSpPr>
            <a:spLocks noGrp="1"/>
          </p:cNvSpPr>
          <p:nvPr>
            <p:ph type="title"/>
          </p:nvPr>
        </p:nvSpPr>
        <p:spPr>
          <a:xfrm>
            <a:off x="626444" y="365129"/>
            <a:ext cx="10515600" cy="1082072"/>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5" name="Bildplatzhalter 4">
            <a:extLst>
              <a:ext uri="{FF2B5EF4-FFF2-40B4-BE49-F238E27FC236}">
                <a16:creationId xmlns:a16="http://schemas.microsoft.com/office/drawing/2014/main" id="{7CD30468-F47E-9C4E-8CF8-B3D7CCE3E860}"/>
              </a:ext>
            </a:extLst>
          </p:cNvPr>
          <p:cNvSpPr>
            <a:spLocks noGrp="1"/>
          </p:cNvSpPr>
          <p:nvPr>
            <p:ph type="pic" sz="quarter" idx="10"/>
          </p:nvPr>
        </p:nvSpPr>
        <p:spPr>
          <a:xfrm>
            <a:off x="767109" y="1468390"/>
            <a:ext cx="4419600" cy="2945920"/>
          </a:xfrm>
          <a:prstGeom prst="rect">
            <a:avLst/>
          </a:prstGeom>
        </p:spPr>
        <p:txBody>
          <a:bodyPr/>
          <a:lstStyle>
            <a:lvl1pPr>
              <a:defRPr>
                <a:latin typeface="+mn-lt"/>
              </a:defRPr>
            </a:lvl1pPr>
          </a:lstStyle>
          <a:p>
            <a:r>
              <a:rPr lang="en-GB"/>
              <a:t>Click icon to add picture</a:t>
            </a:r>
            <a:endParaRPr lang="de-DE"/>
          </a:p>
        </p:txBody>
      </p:sp>
      <p:sp>
        <p:nvSpPr>
          <p:cNvPr id="7" name="Textplatzhalter 6">
            <a:extLst>
              <a:ext uri="{FF2B5EF4-FFF2-40B4-BE49-F238E27FC236}">
                <a16:creationId xmlns:a16="http://schemas.microsoft.com/office/drawing/2014/main" id="{B40AB097-05CE-534C-8D30-B1FE13B73F87}"/>
              </a:ext>
            </a:extLst>
          </p:cNvPr>
          <p:cNvSpPr>
            <a:spLocks noGrp="1"/>
          </p:cNvSpPr>
          <p:nvPr>
            <p:ph type="body" sz="quarter" idx="11" hasCustomPrompt="1"/>
          </p:nvPr>
        </p:nvSpPr>
        <p:spPr>
          <a:xfrm>
            <a:off x="626533" y="4569876"/>
            <a:ext cx="4419600" cy="552450"/>
          </a:xfrm>
          <a:prstGeom prst="rect">
            <a:avLst/>
          </a:prstGeom>
        </p:spPr>
        <p:txBody>
          <a:bodyPr/>
          <a:lstStyle>
            <a:lvl1pPr>
              <a:defRPr sz="12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a:t>Bildunterschrift</a:t>
            </a:r>
          </a:p>
        </p:txBody>
      </p:sp>
      <p:sp>
        <p:nvSpPr>
          <p:cNvPr id="10" name="Textplatzhalter 8">
            <a:extLst>
              <a:ext uri="{FF2B5EF4-FFF2-40B4-BE49-F238E27FC236}">
                <a16:creationId xmlns:a16="http://schemas.microsoft.com/office/drawing/2014/main" id="{53AE7DE7-D838-7945-87DF-72301703745C}"/>
              </a:ext>
            </a:extLst>
          </p:cNvPr>
          <p:cNvSpPr>
            <a:spLocks noGrp="1"/>
          </p:cNvSpPr>
          <p:nvPr>
            <p:ph type="body" sz="quarter" idx="13" hasCustomPrompt="1"/>
          </p:nvPr>
        </p:nvSpPr>
        <p:spPr>
          <a:xfrm>
            <a:off x="5433395" y="1468392"/>
            <a:ext cx="5725583" cy="2945919"/>
          </a:xfrm>
          <a:prstGeom prst="rect">
            <a:avLst/>
          </a:prstGeom>
        </p:spPr>
        <p:txBody>
          <a:bodyPr anchor="t"/>
          <a:lstStyle>
            <a:lvl1pPr marL="285750" indent="-285750">
              <a:lnSpc>
                <a:spcPct val="100000"/>
              </a:lnSpc>
              <a:spcBef>
                <a:spcPts val="0"/>
              </a:spcBef>
              <a:spcAft>
                <a:spcPts val="1200"/>
              </a:spcAft>
              <a:buClr>
                <a:schemeClr val="accent1"/>
              </a:buClr>
              <a:buFont typeface="Wingdings" pitchFamily="2" charset="2"/>
              <a:buChar char="§"/>
              <a:defRPr sz="1800">
                <a:latin typeface="+mn-lt"/>
              </a:defRPr>
            </a:lvl1pPr>
            <a:lvl2pPr marL="628650" indent="-285750">
              <a:lnSpc>
                <a:spcPct val="100000"/>
              </a:lnSpc>
              <a:spcBef>
                <a:spcPts val="0"/>
              </a:spcBef>
              <a:spcAft>
                <a:spcPts val="1200"/>
              </a:spcAft>
              <a:buClr>
                <a:schemeClr val="accent1"/>
              </a:buClr>
              <a:buFont typeface="Wingdings" pitchFamily="2" charset="2"/>
              <a:buChar char="§"/>
              <a:defRPr sz="1600">
                <a:latin typeface="+mn-lt"/>
              </a:defRPr>
            </a:lvl2pPr>
            <a:lvl3pPr marL="971550" indent="-285750">
              <a:lnSpc>
                <a:spcPct val="100000"/>
              </a:lnSpc>
              <a:spcBef>
                <a:spcPts val="0"/>
              </a:spcBef>
              <a:spcAft>
                <a:spcPts val="1200"/>
              </a:spcAft>
              <a:buClr>
                <a:schemeClr val="accent1"/>
              </a:buClr>
              <a:buFont typeface="Wingdings" pitchFamily="2" charset="2"/>
              <a:buChar char="§"/>
              <a:defRPr sz="1400">
                <a:latin typeface="+mn-lt"/>
              </a:defRPr>
            </a:lvl3pPr>
            <a:lvl4pPr marL="1028700" indent="0">
              <a:lnSpc>
                <a:spcPct val="100000"/>
              </a:lnSpc>
              <a:buClr>
                <a:schemeClr val="accent1"/>
              </a:buClr>
              <a:buNone/>
              <a:defRPr>
                <a:latin typeface="+mn-lt"/>
              </a:defRPr>
            </a:lvl4pPr>
            <a:lvl5pPr>
              <a:lnSpc>
                <a:spcPct val="100000"/>
              </a:lnSpc>
              <a:buClr>
                <a:schemeClr val="accent1"/>
              </a:buClr>
              <a:defRPr>
                <a:latin typeface="+mn-lt"/>
              </a:defRPr>
            </a:lvl5pPr>
          </a:lstStyle>
          <a:p>
            <a:pPr lvl="0"/>
            <a:r>
              <a:rPr lang="de-DE"/>
              <a:t>Bullet Point Erste Ebene</a:t>
            </a:r>
          </a:p>
          <a:p>
            <a:pPr lvl="1"/>
            <a:r>
              <a:rPr lang="de-DE"/>
              <a:t>Zweite Ebene</a:t>
            </a:r>
          </a:p>
          <a:p>
            <a:pPr lvl="2"/>
            <a:r>
              <a:rPr lang="de-DE"/>
              <a:t>Dritte Ebene</a:t>
            </a:r>
          </a:p>
          <a:p>
            <a:pPr lvl="0"/>
            <a:r>
              <a:rPr lang="de-DE"/>
              <a:t>Erste Ebene</a:t>
            </a:r>
          </a:p>
        </p:txBody>
      </p:sp>
    </p:spTree>
    <p:extLst>
      <p:ext uri="{BB962C8B-B14F-4D97-AF65-F5344CB8AC3E}">
        <p14:creationId xmlns:p14="http://schemas.microsoft.com/office/powerpoint/2010/main" val="29287442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Benutzerdefiniertes Layout">
    <p:spTree>
      <p:nvGrpSpPr>
        <p:cNvPr id="1" name=""/>
        <p:cNvGrpSpPr/>
        <p:nvPr/>
      </p:nvGrpSpPr>
      <p:grpSpPr>
        <a:xfrm>
          <a:off x="0" y="0"/>
          <a:ext cx="0" cy="0"/>
          <a:chOff x="0" y="0"/>
          <a:chExt cx="0" cy="0"/>
        </a:xfrm>
      </p:grpSpPr>
      <p:sp>
        <p:nvSpPr>
          <p:cNvPr id="12" name="Titel 1">
            <a:extLst>
              <a:ext uri="{FF2B5EF4-FFF2-40B4-BE49-F238E27FC236}">
                <a16:creationId xmlns:a16="http://schemas.microsoft.com/office/drawing/2014/main" id="{55A12D5E-730F-5D40-8D13-E7629A52EBB4}"/>
              </a:ext>
            </a:extLst>
          </p:cNvPr>
          <p:cNvSpPr>
            <a:spLocks noGrp="1"/>
          </p:cNvSpPr>
          <p:nvPr>
            <p:ph type="title"/>
          </p:nvPr>
        </p:nvSpPr>
        <p:spPr>
          <a:xfrm>
            <a:off x="626444" y="365129"/>
            <a:ext cx="10515600" cy="985208"/>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7" name="Textplatzhalter 9">
            <a:extLst>
              <a:ext uri="{FF2B5EF4-FFF2-40B4-BE49-F238E27FC236}">
                <a16:creationId xmlns:a16="http://schemas.microsoft.com/office/drawing/2014/main" id="{7D725A4F-E261-4A03-A996-197E2AC041A8}"/>
              </a:ext>
            </a:extLst>
          </p:cNvPr>
          <p:cNvSpPr>
            <a:spLocks noGrp="1"/>
          </p:cNvSpPr>
          <p:nvPr>
            <p:ph type="body" sz="quarter" idx="11" hasCustomPrompt="1"/>
          </p:nvPr>
        </p:nvSpPr>
        <p:spPr>
          <a:xfrm>
            <a:off x="626444" y="1461600"/>
            <a:ext cx="10515600" cy="608012"/>
          </a:xfrm>
          <a:prstGeom prst="rect">
            <a:avLst/>
          </a:prstGeom>
        </p:spPr>
        <p:txBody>
          <a:bodyPr/>
          <a:lstStyle>
            <a:lvl1pPr marL="0" marR="0" indent="0" algn="l" defTabSz="914400" rtl="0" eaLnBrk="1" fontAlgn="auto" latinLnBrk="0" hangingPunct="1">
              <a:lnSpc>
                <a:spcPct val="100000"/>
              </a:lnSpc>
              <a:spcBef>
                <a:spcPts val="0"/>
              </a:spcBef>
              <a:spcAft>
                <a:spcPts val="0"/>
              </a:spcAft>
              <a:buClr>
                <a:srgbClr val="FFC000"/>
              </a:buClr>
              <a:buSzTx/>
              <a:buFontTx/>
              <a:buNone/>
              <a:tabLst/>
              <a:defRPr sz="1800" b="0" i="0">
                <a:latin typeface="+mn-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Lorem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ipsum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dolor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amet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consectetuer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adipiscing</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elit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8" name="Textplatzhalter 17">
            <a:extLst>
              <a:ext uri="{FF2B5EF4-FFF2-40B4-BE49-F238E27FC236}">
                <a16:creationId xmlns:a16="http://schemas.microsoft.com/office/drawing/2014/main" id="{99BE3E5E-5580-476D-A89E-C096333C3F3C}"/>
              </a:ext>
            </a:extLst>
          </p:cNvPr>
          <p:cNvSpPr>
            <a:spLocks noGrp="1"/>
          </p:cNvSpPr>
          <p:nvPr>
            <p:ph type="body" sz="quarter" idx="13" hasCustomPrompt="1"/>
          </p:nvPr>
        </p:nvSpPr>
        <p:spPr>
          <a:xfrm>
            <a:off x="626533" y="2155825"/>
            <a:ext cx="10515511" cy="3427942"/>
          </a:xfrm>
          <a:prstGeom prst="rect">
            <a:avLst/>
          </a:prstGeom>
        </p:spPr>
        <p:txBody>
          <a:bodyPr/>
          <a:lstStyle>
            <a:lvl1pPr marL="400050" marR="0" indent="-285750" algn="l" defTabSz="9144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514350" marR="0" indent="-171450" algn="l" defTabSz="6858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857250" marR="0" indent="-171450" algn="l" defTabSz="685800" rtl="0" eaLnBrk="1" fontAlgn="auto" latinLnBrk="0" hangingPunct="1">
              <a:lnSpc>
                <a:spcPct val="100000"/>
              </a:lnSpc>
              <a:spcBef>
                <a:spcPts val="0"/>
              </a:spcBef>
              <a:spcAft>
                <a:spcPts val="1200"/>
              </a:spcAft>
              <a:buClr>
                <a:schemeClr val="tx2"/>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2033725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Benutzerdefiniertes Layout">
    <p:spTree>
      <p:nvGrpSpPr>
        <p:cNvPr id="1" name=""/>
        <p:cNvGrpSpPr/>
        <p:nvPr/>
      </p:nvGrpSpPr>
      <p:grpSpPr>
        <a:xfrm>
          <a:off x="0" y="0"/>
          <a:ext cx="0" cy="0"/>
          <a:chOff x="0" y="0"/>
          <a:chExt cx="0" cy="0"/>
        </a:xfrm>
      </p:grpSpPr>
      <p:sp>
        <p:nvSpPr>
          <p:cNvPr id="11" name="Titel 1">
            <a:extLst>
              <a:ext uri="{FF2B5EF4-FFF2-40B4-BE49-F238E27FC236}">
                <a16:creationId xmlns:a16="http://schemas.microsoft.com/office/drawing/2014/main" id="{D977BE81-8F9C-044E-A0A2-A10F8E26D609}"/>
              </a:ext>
            </a:extLst>
          </p:cNvPr>
          <p:cNvSpPr>
            <a:spLocks noGrp="1"/>
          </p:cNvSpPr>
          <p:nvPr>
            <p:ph type="title" hasCustomPrompt="1"/>
          </p:nvPr>
        </p:nvSpPr>
        <p:spPr>
          <a:xfrm>
            <a:off x="626444" y="365129"/>
            <a:ext cx="10515600" cy="432894"/>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10" name="Textplatzhalter 9">
            <a:extLst>
              <a:ext uri="{FF2B5EF4-FFF2-40B4-BE49-F238E27FC236}">
                <a16:creationId xmlns:a16="http://schemas.microsoft.com/office/drawing/2014/main" id="{E8BCE6B5-41F4-8949-8F1E-1EA2FDCC93E8}"/>
              </a:ext>
            </a:extLst>
          </p:cNvPr>
          <p:cNvSpPr>
            <a:spLocks noGrp="1"/>
          </p:cNvSpPr>
          <p:nvPr>
            <p:ph type="body" sz="quarter" idx="10" hasCustomPrompt="1"/>
          </p:nvPr>
        </p:nvSpPr>
        <p:spPr>
          <a:xfrm>
            <a:off x="626444" y="839189"/>
            <a:ext cx="10515600" cy="608012"/>
          </a:xfrm>
          <a:prstGeom prst="rect">
            <a:avLst/>
          </a:prstGeom>
        </p:spPr>
        <p:txBody>
          <a:bodyPr/>
          <a:lstStyle>
            <a:lvl1pPr>
              <a:defRPr sz="2000" b="1" i="0">
                <a:latin typeface="+mn-lt"/>
                <a:ea typeface="Open Sans Semibold" panose="020B0606030504020204" pitchFamily="34" charset="0"/>
                <a:cs typeface="Open Sans Semibold" panose="020B0606030504020204" pitchFamily="34" charset="0"/>
              </a:defRPr>
            </a:lvl1pPr>
          </a:lstStyle>
          <a:p>
            <a:pPr lvl="0"/>
            <a:r>
              <a:rPr lang="de-DE" sz="2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rPr>
              <a:t>Unterüberschrift</a:t>
            </a:r>
            <a:endParaRPr lang="de-DE"/>
          </a:p>
        </p:txBody>
      </p:sp>
      <p:sp>
        <p:nvSpPr>
          <p:cNvPr id="12" name="Textplatzhalter 9">
            <a:extLst>
              <a:ext uri="{FF2B5EF4-FFF2-40B4-BE49-F238E27FC236}">
                <a16:creationId xmlns:a16="http://schemas.microsoft.com/office/drawing/2014/main" id="{F7AED834-9F86-6F41-A6E2-417481696E74}"/>
              </a:ext>
            </a:extLst>
          </p:cNvPr>
          <p:cNvSpPr>
            <a:spLocks noGrp="1"/>
          </p:cNvSpPr>
          <p:nvPr>
            <p:ph type="body" sz="quarter" idx="11" hasCustomPrompt="1"/>
          </p:nvPr>
        </p:nvSpPr>
        <p:spPr>
          <a:xfrm>
            <a:off x="626444" y="1461600"/>
            <a:ext cx="10515600" cy="608012"/>
          </a:xfrm>
          <a:prstGeom prst="rect">
            <a:avLst/>
          </a:prstGeom>
        </p:spPr>
        <p:txBody>
          <a:bodyPr/>
          <a:lstStyle>
            <a:lvl1pPr marL="0" marR="0" indent="0" algn="l" defTabSz="914400" rtl="0" eaLnBrk="1" fontAlgn="auto" latinLnBrk="0" hangingPunct="1">
              <a:lnSpc>
                <a:spcPct val="100000"/>
              </a:lnSpc>
              <a:spcBef>
                <a:spcPts val="0"/>
              </a:spcBef>
              <a:spcAft>
                <a:spcPts val="0"/>
              </a:spcAft>
              <a:buClr>
                <a:srgbClr val="FFC000"/>
              </a:buClr>
              <a:buSzTx/>
              <a:buFontTx/>
              <a:buNone/>
              <a:tabLst/>
              <a:defRPr sz="1800" b="0" i="0">
                <a:latin typeface="+mn-lt"/>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Lorem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ipsum</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dolor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sit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amet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consectetuer</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adipiscing</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de-DE" sz="1600" b="0" i="0" u="none" strike="noStrike" kern="1200" cap="none" spc="0" normalizeH="0" baseline="0" noProof="0" err="1">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elit</a:t>
            </a:r>
            <a:r>
              <a:rPr kumimoji="0" lang="de-DE" sz="1600" b="0" i="0" u="none" strike="noStrike" kern="120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rPr>
              <a:t>.</a:t>
            </a:r>
          </a:p>
        </p:txBody>
      </p:sp>
      <p:sp>
        <p:nvSpPr>
          <p:cNvPr id="3" name="Bildplatzhalter 2">
            <a:extLst>
              <a:ext uri="{FF2B5EF4-FFF2-40B4-BE49-F238E27FC236}">
                <a16:creationId xmlns:a16="http://schemas.microsoft.com/office/drawing/2014/main" id="{2913394F-6ED5-445A-A496-2A071ACFDF17}"/>
              </a:ext>
            </a:extLst>
          </p:cNvPr>
          <p:cNvSpPr>
            <a:spLocks noGrp="1"/>
          </p:cNvSpPr>
          <p:nvPr>
            <p:ph type="pic" sz="quarter" idx="14"/>
          </p:nvPr>
        </p:nvSpPr>
        <p:spPr>
          <a:xfrm>
            <a:off x="6146711" y="2155824"/>
            <a:ext cx="4995333" cy="3430838"/>
          </a:xfrm>
          <a:prstGeom prst="rect">
            <a:avLst/>
          </a:prstGeom>
        </p:spPr>
        <p:txBody>
          <a:bodyPr/>
          <a:lstStyle>
            <a:lvl1pPr>
              <a:defRPr>
                <a:latin typeface="+mn-lt"/>
              </a:defRPr>
            </a:lvl1pPr>
          </a:lstStyle>
          <a:p>
            <a:r>
              <a:rPr lang="en-GB"/>
              <a:t>Click icon to add picture</a:t>
            </a:r>
            <a:endParaRPr lang="de-DE"/>
          </a:p>
        </p:txBody>
      </p:sp>
      <p:sp>
        <p:nvSpPr>
          <p:cNvPr id="9" name="Textplatzhalter 17">
            <a:extLst>
              <a:ext uri="{FF2B5EF4-FFF2-40B4-BE49-F238E27FC236}">
                <a16:creationId xmlns:a16="http://schemas.microsoft.com/office/drawing/2014/main" id="{036AD2F9-D38E-4A69-8535-65E6817CCC79}"/>
              </a:ext>
            </a:extLst>
          </p:cNvPr>
          <p:cNvSpPr>
            <a:spLocks noGrp="1"/>
          </p:cNvSpPr>
          <p:nvPr>
            <p:ph type="body" sz="quarter" idx="13" hasCustomPrompt="1"/>
          </p:nvPr>
        </p:nvSpPr>
        <p:spPr>
          <a:xfrm>
            <a:off x="626533" y="2155826"/>
            <a:ext cx="5164667" cy="3430837"/>
          </a:xfrm>
          <a:prstGeom prst="rect">
            <a:avLst/>
          </a:prstGeom>
        </p:spPr>
        <p:txBody>
          <a:bodyPr/>
          <a:lstStyle>
            <a:lvl1pPr marL="284400" marR="0" indent="-284400" algn="l" defTabSz="914400" rtl="0" eaLnBrk="1" fontAlgn="auto" latinLnBrk="0" hangingPunct="1">
              <a:lnSpc>
                <a:spcPct val="100000"/>
              </a:lnSpc>
              <a:spcBef>
                <a:spcPts val="1200"/>
              </a:spcBef>
              <a:spcAft>
                <a:spcPts val="0"/>
              </a:spcAft>
              <a:buClr>
                <a:schemeClr val="tx2"/>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630000" marR="0" indent="-284400" algn="l" defTabSz="685800" rtl="0" eaLnBrk="1" fontAlgn="auto" latinLnBrk="0" hangingPunct="1">
              <a:lnSpc>
                <a:spcPct val="100000"/>
              </a:lnSpc>
              <a:spcBef>
                <a:spcPts val="1200"/>
              </a:spcBef>
              <a:spcAft>
                <a:spcPts val="0"/>
              </a:spcAft>
              <a:buClr>
                <a:schemeClr val="tx2"/>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972000" marR="0" indent="-284400" algn="l" defTabSz="685800" rtl="0" eaLnBrk="1" fontAlgn="auto" latinLnBrk="0" hangingPunct="1">
              <a:lnSpc>
                <a:spcPct val="100000"/>
              </a:lnSpc>
              <a:spcBef>
                <a:spcPts val="1200"/>
              </a:spcBef>
              <a:spcAft>
                <a:spcPts val="0"/>
              </a:spcAft>
              <a:buClr>
                <a:schemeClr val="tx2"/>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2153500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enutzerdefiniertes Layout">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28355BED-4E30-D342-8C2B-2461AAC9B8C3}"/>
              </a:ext>
            </a:extLst>
          </p:cNvPr>
          <p:cNvSpPr>
            <a:spLocks noGrp="1"/>
          </p:cNvSpPr>
          <p:nvPr>
            <p:ph type="title"/>
          </p:nvPr>
        </p:nvSpPr>
        <p:spPr>
          <a:xfrm>
            <a:off x="626444" y="365129"/>
            <a:ext cx="10515600" cy="1082072"/>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en-GB"/>
              <a:t>Click to edit Master title style</a:t>
            </a:r>
            <a:endParaRPr lang="de-DE"/>
          </a:p>
        </p:txBody>
      </p:sp>
      <p:sp>
        <p:nvSpPr>
          <p:cNvPr id="5" name="Textplatzhalter 10">
            <a:extLst>
              <a:ext uri="{FF2B5EF4-FFF2-40B4-BE49-F238E27FC236}">
                <a16:creationId xmlns:a16="http://schemas.microsoft.com/office/drawing/2014/main" id="{79B2F6D5-B869-A949-B7E2-386303992EE1}"/>
              </a:ext>
            </a:extLst>
          </p:cNvPr>
          <p:cNvSpPr>
            <a:spLocks noGrp="1"/>
          </p:cNvSpPr>
          <p:nvPr>
            <p:ph type="body" sz="quarter" idx="14" hasCustomPrompt="1"/>
          </p:nvPr>
        </p:nvSpPr>
        <p:spPr>
          <a:xfrm>
            <a:off x="626445" y="1447203"/>
            <a:ext cx="8476913" cy="4139461"/>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mn-lt"/>
                <a:ea typeface="Open Sans" panose="020B0606030504020204" pitchFamily="34" charset="0"/>
                <a:cs typeface="Open Sans" panose="020B0606030504020204" pitchFamily="34" charset="0"/>
              </a:defRPr>
            </a:lvl1pPr>
            <a:lvl2pPr marL="342900" indent="0">
              <a:buNone/>
              <a:defRPr sz="1400">
                <a:latin typeface="Open Sans" panose="020B0606030504020204" pitchFamily="34" charset="0"/>
                <a:ea typeface="Open Sans" panose="020B0606030504020204" pitchFamily="34" charset="0"/>
                <a:cs typeface="Open Sans" panose="020B0606030504020204" pitchFamily="34" charset="0"/>
              </a:defRPr>
            </a:lvl2pPr>
            <a:lvl3pPr marL="685800" indent="0">
              <a:buNone/>
              <a:defRPr sz="1400">
                <a:latin typeface="Open Sans" panose="020B0606030504020204" pitchFamily="34" charset="0"/>
                <a:ea typeface="Open Sans" panose="020B0606030504020204" pitchFamily="34" charset="0"/>
                <a:cs typeface="Open Sans" panose="020B0606030504020204" pitchFamily="34" charset="0"/>
              </a:defRPr>
            </a:lvl3pPr>
            <a:lvl4pPr marL="10287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371600" indent="0">
              <a:buNone/>
              <a:defRPr sz="1400">
                <a:latin typeface="Open Sans" panose="020B0606030504020204" pitchFamily="34" charset="0"/>
                <a:ea typeface="Open Sans" panose="020B0606030504020204" pitchFamily="34" charset="0"/>
                <a:cs typeface="Open Sans" panose="020B0606030504020204" pitchFamily="34" charset="0"/>
              </a:defRPr>
            </a:lvl5pPr>
          </a:lstStyle>
          <a:p>
            <a:pPr lvl="0"/>
            <a:r>
              <a:rPr lang="de-DE"/>
              <a:t>Platz für viel Text</a:t>
            </a:r>
          </a:p>
          <a:p>
            <a:pPr lvl="0"/>
            <a:endParaRPr lang="de-DE"/>
          </a:p>
          <a:p>
            <a:pPr marL="0" marR="0" lvl="0" indent="0" algn="l" defTabSz="914400" rtl="0" eaLnBrk="1" fontAlgn="auto" latinLnBrk="0" hangingPunct="1">
              <a:lnSpc>
                <a:spcPts val="2860"/>
              </a:lnSpc>
              <a:spcBef>
                <a:spcPts val="0"/>
              </a:spcBef>
              <a:spcAft>
                <a:spcPts val="0"/>
              </a:spcAft>
              <a:buClrTx/>
              <a:buSzTx/>
              <a:buFont typeface="Arial" panose="020B0604020202020204" pitchFamily="34" charset="0"/>
              <a:buNone/>
              <a:tabLst/>
              <a:defRPr/>
            </a:pPr>
            <a:r>
              <a:rPr lang="de-DE" err="1"/>
              <a:t>Lorem</a:t>
            </a:r>
            <a:r>
              <a:rPr lang="de-DE"/>
              <a:t> </a:t>
            </a:r>
            <a:r>
              <a:rPr lang="de-DE" err="1"/>
              <a:t>ipsum</a:t>
            </a:r>
            <a:r>
              <a:rPr lang="de-DE"/>
              <a:t> </a:t>
            </a:r>
            <a:r>
              <a:rPr lang="de-DE" err="1"/>
              <a:t>dolor</a:t>
            </a:r>
            <a:r>
              <a:rPr lang="de-DE"/>
              <a:t> </a:t>
            </a:r>
            <a:r>
              <a:rPr lang="de-DE" err="1"/>
              <a:t>sit</a:t>
            </a:r>
            <a:r>
              <a:rPr lang="de-DE"/>
              <a:t> </a:t>
            </a:r>
            <a:r>
              <a:rPr lang="de-DE" err="1"/>
              <a:t>amet</a:t>
            </a:r>
            <a:r>
              <a:rPr lang="de-DE"/>
              <a:t>, </a:t>
            </a:r>
            <a:r>
              <a:rPr lang="de-DE" err="1"/>
              <a:t>consetetur</a:t>
            </a:r>
            <a:r>
              <a:rPr lang="de-DE"/>
              <a:t> </a:t>
            </a:r>
            <a:r>
              <a:rPr lang="de-DE" err="1"/>
              <a:t>sadipscing</a:t>
            </a:r>
            <a:r>
              <a:rPr lang="de-DE"/>
              <a:t> </a:t>
            </a:r>
            <a:r>
              <a:rPr lang="de-DE" err="1"/>
              <a:t>elitr</a:t>
            </a:r>
            <a:r>
              <a:rPr lang="de-DE"/>
              <a:t>, </a:t>
            </a:r>
            <a:r>
              <a:rPr lang="de-DE" err="1"/>
              <a:t>sed</a:t>
            </a:r>
            <a:r>
              <a:rPr lang="de-DE"/>
              <a:t> </a:t>
            </a:r>
            <a:r>
              <a:rPr lang="de-DE" err="1"/>
              <a:t>diam</a:t>
            </a:r>
            <a:r>
              <a:rPr lang="de-DE"/>
              <a:t> </a:t>
            </a:r>
            <a:r>
              <a:rPr lang="de-DE" err="1"/>
              <a:t>nonumy</a:t>
            </a:r>
            <a:r>
              <a:rPr lang="de-DE"/>
              <a:t> </a:t>
            </a:r>
            <a:r>
              <a:rPr lang="de-DE" err="1"/>
              <a:t>eirmod</a:t>
            </a:r>
            <a:r>
              <a:rPr lang="de-DE"/>
              <a:t> </a:t>
            </a:r>
            <a:r>
              <a:rPr lang="de-DE" err="1"/>
              <a:t>tempor</a:t>
            </a:r>
            <a:r>
              <a:rPr lang="de-DE"/>
              <a:t> </a:t>
            </a:r>
            <a:r>
              <a:rPr lang="de-DE" err="1"/>
              <a:t>invidunt</a:t>
            </a:r>
            <a:r>
              <a:rPr lang="de-DE"/>
              <a:t> </a:t>
            </a:r>
            <a:r>
              <a:rPr lang="de-DE" err="1"/>
              <a:t>ut</a:t>
            </a:r>
            <a:r>
              <a:rPr lang="de-DE"/>
              <a:t> </a:t>
            </a:r>
            <a:r>
              <a:rPr lang="de-DE" err="1"/>
              <a:t>labore</a:t>
            </a:r>
            <a:r>
              <a:rPr lang="de-DE"/>
              <a:t> et </a:t>
            </a:r>
            <a:r>
              <a:rPr lang="de-DE" err="1"/>
              <a:t>dolore</a:t>
            </a:r>
            <a:r>
              <a:rPr lang="de-DE"/>
              <a:t> …</a:t>
            </a:r>
          </a:p>
          <a:p>
            <a:pPr lvl="0"/>
            <a:endParaRPr lang="de-DE"/>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lvl="0"/>
            <a:endParaRPr lang="de-DE"/>
          </a:p>
        </p:txBody>
      </p:sp>
    </p:spTree>
    <p:extLst>
      <p:ext uri="{BB962C8B-B14F-4D97-AF65-F5344CB8AC3E}">
        <p14:creationId xmlns:p14="http://schemas.microsoft.com/office/powerpoint/2010/main" val="4195468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enutzerdefiniertes Layout">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28355BED-4E30-D342-8C2B-2461AAC9B8C3}"/>
              </a:ext>
            </a:extLst>
          </p:cNvPr>
          <p:cNvSpPr>
            <a:spLocks noGrp="1"/>
          </p:cNvSpPr>
          <p:nvPr>
            <p:ph type="title" hasCustomPrompt="1"/>
          </p:nvPr>
        </p:nvSpPr>
        <p:spPr>
          <a:xfrm>
            <a:off x="626444" y="365130"/>
            <a:ext cx="10515600" cy="496517"/>
          </a:xfrm>
          <a:prstGeom prst="rect">
            <a:avLst/>
          </a:prstGeom>
        </p:spPr>
        <p:txBody>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3" name="Diagrammplatzhalter 2">
            <a:extLst>
              <a:ext uri="{FF2B5EF4-FFF2-40B4-BE49-F238E27FC236}">
                <a16:creationId xmlns:a16="http://schemas.microsoft.com/office/drawing/2014/main" id="{95BD0F2B-AE2E-5A4C-B9B3-D547A1A5ABD1}"/>
              </a:ext>
            </a:extLst>
          </p:cNvPr>
          <p:cNvSpPr>
            <a:spLocks noGrp="1"/>
          </p:cNvSpPr>
          <p:nvPr>
            <p:ph type="chart" sz="quarter" idx="12" hasCustomPrompt="1"/>
          </p:nvPr>
        </p:nvSpPr>
        <p:spPr>
          <a:xfrm>
            <a:off x="626445" y="1921261"/>
            <a:ext cx="10515511" cy="3665402"/>
          </a:xfrm>
          <a:prstGeom prst="rect">
            <a:avLst/>
          </a:prstGeom>
        </p:spPr>
        <p:txBody>
          <a:bodyPr/>
          <a:lstStyle>
            <a:lvl1pPr>
              <a:defRPr>
                <a:latin typeface="+mn-lt"/>
              </a:defRPr>
            </a:lvl1pPr>
          </a:lstStyle>
          <a:p>
            <a:r>
              <a:rPr lang="de-DE">
                <a:latin typeface="+mn-lt"/>
              </a:rPr>
              <a:t>Durch Klicken ein Diagramm </a:t>
            </a:r>
            <a:r>
              <a:rPr lang="de-DE"/>
              <a:t>einfügen</a:t>
            </a:r>
          </a:p>
        </p:txBody>
      </p:sp>
      <p:sp>
        <p:nvSpPr>
          <p:cNvPr id="7" name="Textplatzhalter 6">
            <a:extLst>
              <a:ext uri="{FF2B5EF4-FFF2-40B4-BE49-F238E27FC236}">
                <a16:creationId xmlns:a16="http://schemas.microsoft.com/office/drawing/2014/main" id="{0DF14CB7-5BCB-814E-B089-18CBC424482F}"/>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de-DE"/>
              <a:t>Unterüberschrift</a:t>
            </a:r>
          </a:p>
        </p:txBody>
      </p:sp>
    </p:spTree>
    <p:extLst>
      <p:ext uri="{BB962C8B-B14F-4D97-AF65-F5344CB8AC3E}">
        <p14:creationId xmlns:p14="http://schemas.microsoft.com/office/powerpoint/2010/main" val="409226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enutzerdefiniertes Layout">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8235AABE-82E9-7843-B482-6C922EF8F186}"/>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9" name="Textplatzhalter 6">
            <a:extLst>
              <a:ext uri="{FF2B5EF4-FFF2-40B4-BE49-F238E27FC236}">
                <a16:creationId xmlns:a16="http://schemas.microsoft.com/office/drawing/2014/main" id="{8CD123B7-B19B-6E43-AB70-FDAD54834A7D}"/>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de-DE"/>
              <a:t>Unterüberschrift</a:t>
            </a:r>
          </a:p>
        </p:txBody>
      </p:sp>
      <p:sp>
        <p:nvSpPr>
          <p:cNvPr id="17" name="Tabellenplatzhalter 13">
            <a:extLst>
              <a:ext uri="{FF2B5EF4-FFF2-40B4-BE49-F238E27FC236}">
                <a16:creationId xmlns:a16="http://schemas.microsoft.com/office/drawing/2014/main" id="{5A83E83A-464E-D648-9F74-0E466F86758F}"/>
              </a:ext>
            </a:extLst>
          </p:cNvPr>
          <p:cNvSpPr>
            <a:spLocks noGrp="1"/>
          </p:cNvSpPr>
          <p:nvPr>
            <p:ph type="tbl" sz="quarter" idx="14" hasCustomPrompt="1"/>
          </p:nvPr>
        </p:nvSpPr>
        <p:spPr>
          <a:xfrm>
            <a:off x="626533" y="1921261"/>
            <a:ext cx="10515600" cy="3661392"/>
          </a:xfrm>
          <a:prstGeom prst="rect">
            <a:avLst/>
          </a:prstGeom>
        </p:spPr>
        <p:txBody>
          <a:bodyPr/>
          <a:lstStyle>
            <a:lvl1pPr>
              <a:defRPr>
                <a:latin typeface="+mn-lt"/>
              </a:defRPr>
            </a:lvl1pPr>
          </a:lstStyle>
          <a:p>
            <a:r>
              <a:rPr lang="de-DE"/>
              <a:t>Durch Klicken Tabelle einfügen</a:t>
            </a:r>
          </a:p>
        </p:txBody>
      </p:sp>
    </p:spTree>
    <p:extLst>
      <p:ext uri="{BB962C8B-B14F-4D97-AF65-F5344CB8AC3E}">
        <p14:creationId xmlns:p14="http://schemas.microsoft.com/office/powerpoint/2010/main" val="392950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Benutzerdefiniertes Layout">
    <p:spTree>
      <p:nvGrpSpPr>
        <p:cNvPr id="1" name=""/>
        <p:cNvGrpSpPr/>
        <p:nvPr/>
      </p:nvGrpSpPr>
      <p:grpSpPr>
        <a:xfrm>
          <a:off x="0" y="0"/>
          <a:ext cx="0" cy="0"/>
          <a:chOff x="0" y="0"/>
          <a:chExt cx="0" cy="0"/>
        </a:xfrm>
      </p:grpSpPr>
      <p:sp>
        <p:nvSpPr>
          <p:cNvPr id="10" name="Medienplatzhalter 9">
            <a:extLst>
              <a:ext uri="{FF2B5EF4-FFF2-40B4-BE49-F238E27FC236}">
                <a16:creationId xmlns:a16="http://schemas.microsoft.com/office/drawing/2014/main" id="{F4810152-E300-0D46-9A87-D02116FA4609}"/>
              </a:ext>
            </a:extLst>
          </p:cNvPr>
          <p:cNvSpPr>
            <a:spLocks noGrp="1"/>
          </p:cNvSpPr>
          <p:nvPr>
            <p:ph type="media" sz="quarter" idx="10" hasCustomPrompt="1"/>
          </p:nvPr>
        </p:nvSpPr>
        <p:spPr>
          <a:xfrm>
            <a:off x="626444" y="1512667"/>
            <a:ext cx="10515600" cy="4069986"/>
          </a:xfrm>
          <a:prstGeom prst="rect">
            <a:avLst/>
          </a:prstGeom>
        </p:spPr>
        <p:txBody>
          <a:bodyPr/>
          <a:lstStyle>
            <a:lvl1pPr>
              <a:defRPr>
                <a:latin typeface="+mn-lt"/>
              </a:defRPr>
            </a:lvl1pPr>
          </a:lstStyle>
          <a:p>
            <a:r>
              <a:rPr lang="de-DE"/>
              <a:t>Durch Klicken Video hinzufügen</a:t>
            </a:r>
          </a:p>
        </p:txBody>
      </p:sp>
      <p:sp>
        <p:nvSpPr>
          <p:cNvPr id="5" name="Textplatzhalter 6">
            <a:extLst>
              <a:ext uri="{FF2B5EF4-FFF2-40B4-BE49-F238E27FC236}">
                <a16:creationId xmlns:a16="http://schemas.microsoft.com/office/drawing/2014/main" id="{ADA3668F-5A0E-4BC2-A703-C940D0E28200}"/>
              </a:ext>
            </a:extLst>
          </p:cNvPr>
          <p:cNvSpPr>
            <a:spLocks noGrp="1"/>
          </p:cNvSpPr>
          <p:nvPr>
            <p:ph type="body" sz="quarter" idx="13" hasCustomPrompt="1"/>
          </p:nvPr>
        </p:nvSpPr>
        <p:spPr>
          <a:xfrm>
            <a:off x="626444" y="839189"/>
            <a:ext cx="10515600" cy="608012"/>
          </a:xfrm>
          <a:prstGeom prst="rect">
            <a:avLst/>
          </a:prstGeom>
        </p:spPr>
        <p:txBody>
          <a:bodyPr/>
          <a:lstStyle>
            <a:lvl1pPr>
              <a:defRPr sz="2000" b="1" i="0">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de-DE"/>
              <a:t>Unterüberschrift</a:t>
            </a:r>
          </a:p>
        </p:txBody>
      </p:sp>
      <p:sp>
        <p:nvSpPr>
          <p:cNvPr id="6" name="Titel 1">
            <a:extLst>
              <a:ext uri="{FF2B5EF4-FFF2-40B4-BE49-F238E27FC236}">
                <a16:creationId xmlns:a16="http://schemas.microsoft.com/office/drawing/2014/main" id="{E15D7FFA-640E-4ED4-AA9A-AD456FC8DBC9}"/>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Tree>
    <p:extLst>
      <p:ext uri="{BB962C8B-B14F-4D97-AF65-F5344CB8AC3E}">
        <p14:creationId xmlns:p14="http://schemas.microsoft.com/office/powerpoint/2010/main" val="171452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liederung">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44D85526-277D-4BF0-A06C-982B9DC61452}"/>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
        <p:nvSpPr>
          <p:cNvPr id="6" name="Textplatzhalter 5">
            <a:extLst>
              <a:ext uri="{FF2B5EF4-FFF2-40B4-BE49-F238E27FC236}">
                <a16:creationId xmlns:a16="http://schemas.microsoft.com/office/drawing/2014/main" id="{8FF751A8-94E8-46BE-B3AD-7AC214BE100B}"/>
              </a:ext>
            </a:extLst>
          </p:cNvPr>
          <p:cNvSpPr>
            <a:spLocks noGrp="1"/>
          </p:cNvSpPr>
          <p:nvPr>
            <p:ph type="body" sz="quarter" idx="10"/>
          </p:nvPr>
        </p:nvSpPr>
        <p:spPr>
          <a:xfrm>
            <a:off x="626534" y="1436688"/>
            <a:ext cx="7977717" cy="4151312"/>
          </a:xfrm>
          <a:prstGeom prst="rect">
            <a:avLst/>
          </a:prstGeom>
        </p:spPr>
        <p:txBody>
          <a:bodyPr anchor="t"/>
          <a:lstStyle>
            <a:lvl1pPr>
              <a:lnSpc>
                <a:spcPct val="200000"/>
              </a:lnSpc>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Click to edit Master text styles</a:t>
            </a:r>
          </a:p>
        </p:txBody>
      </p:sp>
      <p:sp>
        <p:nvSpPr>
          <p:cNvPr id="7" name="Textplatzhalter 5">
            <a:extLst>
              <a:ext uri="{FF2B5EF4-FFF2-40B4-BE49-F238E27FC236}">
                <a16:creationId xmlns:a16="http://schemas.microsoft.com/office/drawing/2014/main" id="{87A8FD01-775B-4E8F-A18E-B8EBF07D0582}"/>
              </a:ext>
            </a:extLst>
          </p:cNvPr>
          <p:cNvSpPr>
            <a:spLocks noGrp="1"/>
          </p:cNvSpPr>
          <p:nvPr>
            <p:ph type="body" sz="quarter" idx="11" hasCustomPrompt="1"/>
          </p:nvPr>
        </p:nvSpPr>
        <p:spPr>
          <a:xfrm>
            <a:off x="8940801" y="1436688"/>
            <a:ext cx="2854835" cy="4151312"/>
          </a:xfrm>
          <a:prstGeom prst="rect">
            <a:avLst/>
          </a:prstGeom>
        </p:spPr>
        <p:txBody>
          <a:bodyPr anchor="t"/>
          <a:lstStyle>
            <a:lvl1pPr algn="l">
              <a:lnSpc>
                <a:spcPct val="200000"/>
              </a:lnSpc>
              <a:defRPr sz="1800" b="1">
                <a:solidFill>
                  <a:schemeClr val="tx2"/>
                </a:solidFill>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de-DE"/>
              <a:t>123</a:t>
            </a:r>
          </a:p>
        </p:txBody>
      </p:sp>
    </p:spTree>
    <p:extLst>
      <p:ext uri="{BB962C8B-B14F-4D97-AF65-F5344CB8AC3E}">
        <p14:creationId xmlns:p14="http://schemas.microsoft.com/office/powerpoint/2010/main" val="3985286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eispielfolie ohne Text">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44D85526-277D-4BF0-A06C-982B9DC61452}"/>
              </a:ext>
            </a:extLst>
          </p:cNvPr>
          <p:cNvSpPr>
            <a:spLocks noGrp="1"/>
          </p:cNvSpPr>
          <p:nvPr>
            <p:ph type="title" hasCustomPrompt="1"/>
          </p:nvPr>
        </p:nvSpPr>
        <p:spPr>
          <a:xfrm>
            <a:off x="626444" y="365130"/>
            <a:ext cx="10515600" cy="496517"/>
          </a:xfrm>
          <a:prstGeom prst="rect">
            <a:avLst/>
          </a:prstGeom>
        </p:spPr>
        <p:txBody>
          <a:bodyPr>
            <a:noAutofit/>
          </a:bodyPr>
          <a:lstStyle>
            <a:lvl1pPr>
              <a:defRPr sz="2800" b="1" i="0">
                <a:solidFill>
                  <a:srgbClr val="C51926"/>
                </a:solidFill>
                <a:latin typeface="Open Sans" panose="020B0606030504020204" pitchFamily="34" charset="0"/>
                <a:ea typeface="Open Sans" panose="020B0606030504020204" pitchFamily="34" charset="0"/>
                <a:cs typeface="Open Sans" panose="020B0606030504020204" pitchFamily="34" charset="0"/>
              </a:defRPr>
            </a:lvl1pPr>
          </a:lstStyle>
          <a:p>
            <a:r>
              <a:rPr lang="de-DE"/>
              <a:t>Titel durch Klicken bearbeiten</a:t>
            </a:r>
          </a:p>
        </p:txBody>
      </p:sp>
    </p:spTree>
    <p:extLst>
      <p:ext uri="{BB962C8B-B14F-4D97-AF65-F5344CB8AC3E}">
        <p14:creationId xmlns:p14="http://schemas.microsoft.com/office/powerpoint/2010/main" val="319687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0ED0E-AEC3-C648-B2FE-48D5556DADD0}"/>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89FA7781-A68D-8842-BF4A-2B57B4F7F36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F2A795D7-C984-994B-8AF2-57F776914EB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B39B322E-8FED-A04E-9589-2BB0FA4BFB17}"/>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6" name="Footer Placeholder 5">
            <a:extLst>
              <a:ext uri="{FF2B5EF4-FFF2-40B4-BE49-F238E27FC236}">
                <a16:creationId xmlns:a16="http://schemas.microsoft.com/office/drawing/2014/main" id="{C48EE55A-BA26-DE4D-9AC4-6E732DAC749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5FD07E7F-0A11-5D4D-81F6-8923961C627E}"/>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826302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6F48-40C9-C84F-923D-93146CF0B04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3F6949ED-C3B5-6245-98E5-CB6ADB31D4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CDC81A3E-0D2E-5447-AC56-27E572EAF980}"/>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52C2ABF1-3227-444C-A870-145FEC80C0A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AADFF93-10A4-3D45-B4B4-7EEE25F406EF}"/>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75797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E69F-A36B-1E4E-89E8-F5D11960E3DD}"/>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77337617-FBEE-6D46-B581-3A42DFA2F29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5D9D6A48-4D03-7E46-8776-5B3C8ECA52BF}"/>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8A282E80-A176-F04C-A68B-29A2D9CBF7F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5C26367-5703-9D43-884E-59EBEB94CF67}"/>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452967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A371C-A6EA-FD44-A66C-AA5E44B94A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36D18D84-69C2-A646-9A4E-480F35E14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D30FC2F-02E5-6C45-8212-A969425A010A}"/>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37DAE52F-E2FF-C541-AD17-A46548E7BAA2}"/>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EDD09C9-8D37-B746-AD97-53EC853D6229}"/>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206876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7C61-C841-6E43-87BE-91D27A1D9654}"/>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C800F958-DFA3-BA44-920F-8A87C6AC97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24BA166-09D0-5E4C-9227-2E7FA1F01E0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663B6194-50D5-574E-85EE-D99745807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E65310E-35C5-1147-B596-620F503CCDF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05225718-7157-BC43-B269-C8F0D0E5DF92}"/>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8" name="Footer Placeholder 7">
            <a:extLst>
              <a:ext uri="{FF2B5EF4-FFF2-40B4-BE49-F238E27FC236}">
                <a16:creationId xmlns:a16="http://schemas.microsoft.com/office/drawing/2014/main" id="{5097DA5C-D270-A149-861E-BF621D030BAB}"/>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ACA45DDA-D8D4-5747-B7E5-0970FB08504B}"/>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590580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19F3-64CC-834C-B13F-F2C21D4589D3}"/>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91AF6BC0-C7E9-8345-9789-7F4000D42805}"/>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4" name="Footer Placeholder 3">
            <a:extLst>
              <a:ext uri="{FF2B5EF4-FFF2-40B4-BE49-F238E27FC236}">
                <a16:creationId xmlns:a16="http://schemas.microsoft.com/office/drawing/2014/main" id="{276BF7E0-5738-9145-B20B-21B348AC5A6A}"/>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D3C373F1-8F19-6246-9D29-416906B4FDB5}"/>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730810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5D96E3-307B-F14C-959C-DEE8D93A76AC}"/>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3" name="Footer Placeholder 2">
            <a:extLst>
              <a:ext uri="{FF2B5EF4-FFF2-40B4-BE49-F238E27FC236}">
                <a16:creationId xmlns:a16="http://schemas.microsoft.com/office/drawing/2014/main" id="{7FC0B89C-575B-2C42-9422-B49A0A383571}"/>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99194CC3-C871-684F-8439-A9695EFABE8C}"/>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2925066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9694-C0E5-C840-97B7-1016FDC356B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F5903131-5E6E-324A-BF8E-915A91269C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D154BB2B-9164-F54C-B821-ACA4CF1B38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82100E0-0F76-DA4C-A885-6CB201CEE498}"/>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6" name="Footer Placeholder 5">
            <a:extLst>
              <a:ext uri="{FF2B5EF4-FFF2-40B4-BE49-F238E27FC236}">
                <a16:creationId xmlns:a16="http://schemas.microsoft.com/office/drawing/2014/main" id="{C2A76DD4-7424-9E4C-BEB3-2AE075D23F6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3A7331FE-45F0-424E-9D23-7E2A29941E0C}"/>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3202083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00BF-2355-B448-8D6A-E4CF76B600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4580625D-54BC-794F-A34E-EBDF8F71BE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570A75C-A9F5-F546-AF43-15FD6B53A0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8FDD99D-C222-374A-9C63-B99B785A1269}"/>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6" name="Footer Placeholder 5">
            <a:extLst>
              <a:ext uri="{FF2B5EF4-FFF2-40B4-BE49-F238E27FC236}">
                <a16:creationId xmlns:a16="http://schemas.microsoft.com/office/drawing/2014/main" id="{FF7E3721-32D9-324E-9B19-E5BD26108D48}"/>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CC902CE7-43B1-B147-904A-76F2F51F58BA}"/>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352756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88379-7630-994D-9610-5182F98FF252}"/>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91B5B34D-FA65-2B4A-97D8-EDFEA8488C9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C4452F69-7D3A-FA4F-990A-21BD600FACD0}"/>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3961F119-5A48-F149-9C56-F076E6F463A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26BD2C8-C6F4-C14A-A9AD-F3B199EA0D43}"/>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1353126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A46E24-ACC3-6242-B793-4739334B37E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DE5D2B05-7260-9D4A-B7DD-2C0B5756E5F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1B025E59-0E43-944E-8A47-2A6F53529DDD}"/>
              </a:ext>
            </a:extLst>
          </p:cNvPr>
          <p:cNvSpPr>
            <a:spLocks noGrp="1"/>
          </p:cNvSpPr>
          <p:nvPr>
            <p:ph type="dt" sz="half" idx="10"/>
          </p:nvPr>
        </p:nvSpPr>
        <p:spPr/>
        <p:txBody>
          <a:body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19A910FB-331A-B348-9166-8419E1FBC5EE}"/>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02FBB16-FD16-1D43-A565-7964AA521096}"/>
              </a:ext>
            </a:extLst>
          </p:cNvPr>
          <p:cNvSpPr>
            <a:spLocks noGrp="1"/>
          </p:cNvSpPr>
          <p:nvPr>
            <p:ph type="sldNum" sz="quarter" idx="12"/>
          </p:nvPr>
        </p:nvSpPr>
        <p:spPr/>
        <p:txBody>
          <a:bodyPr/>
          <a:lstStyle/>
          <a:p>
            <a:fld id="{927E8610-CCB2-4E49-A601-5513FCE35CB5}" type="slidenum">
              <a:rPr lang="en-DE" smtClean="0"/>
              <a:t>‹#›</a:t>
            </a:fld>
            <a:endParaRPr lang="en-DE"/>
          </a:p>
        </p:txBody>
      </p:sp>
    </p:spTree>
    <p:extLst>
      <p:ext uri="{BB962C8B-B14F-4D97-AF65-F5344CB8AC3E}">
        <p14:creationId xmlns:p14="http://schemas.microsoft.com/office/powerpoint/2010/main" val="3196758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A11FC40C-0444-4844-813C-585F206F1D99}"/>
              </a:ext>
            </a:extLst>
          </p:cNvPr>
          <p:cNvSpPr/>
          <p:nvPr userDrawn="1"/>
        </p:nvSpPr>
        <p:spPr bwMode="white">
          <a:xfrm>
            <a:off x="0" y="1961001"/>
            <a:ext cx="9132983" cy="2118305"/>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Supporting the Specification of Fairness Requirements </a:t>
            </a:r>
          </a:p>
          <a:p>
            <a:pPr algn="ctr"/>
            <a:r>
              <a:rPr lang="en-US"/>
              <a:t>Proposal for a Master Thesis </a:t>
            </a:r>
          </a:p>
          <a:p>
            <a:pPr algn="ctr"/>
            <a:endParaRPr lang="en-US"/>
          </a:p>
          <a:p>
            <a:pPr algn="ctr"/>
            <a:r>
              <a:rPr lang="en-US"/>
              <a:t>Submitted by </a:t>
            </a:r>
          </a:p>
          <a:p>
            <a:pPr algn="ctr"/>
            <a:r>
              <a:rPr lang="en-US"/>
              <a:t>Rahul Thiruvengadam </a:t>
            </a:r>
          </a:p>
          <a:p>
            <a:pPr algn="ctr"/>
            <a:endParaRPr lang="de-DE" sz="1800"/>
          </a:p>
        </p:txBody>
      </p:sp>
      <p:pic>
        <p:nvPicPr>
          <p:cNvPr id="11" name="Grafik 10">
            <a:extLst>
              <a:ext uri="{FF2B5EF4-FFF2-40B4-BE49-F238E27FC236}">
                <a16:creationId xmlns:a16="http://schemas.microsoft.com/office/drawing/2014/main" id="{10E3CB8C-1F61-DBB8-FEFD-40BDA43D887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pic>
        <p:nvPicPr>
          <p:cNvPr id="12" name="Grafik 11">
            <a:extLst>
              <a:ext uri="{FF2B5EF4-FFF2-40B4-BE49-F238E27FC236}">
                <a16:creationId xmlns:a16="http://schemas.microsoft.com/office/drawing/2014/main" id="{29E7D0D1-E660-4026-CB14-007800DAFE7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2265542"/>
            <a:ext cx="370497" cy="403606"/>
          </a:xfrm>
          <a:prstGeom prst="rect">
            <a:avLst/>
          </a:prstGeom>
        </p:spPr>
      </p:pic>
      <p:sp>
        <p:nvSpPr>
          <p:cNvPr id="9" name="Rechteck 4">
            <a:extLst>
              <a:ext uri="{FF2B5EF4-FFF2-40B4-BE49-F238E27FC236}">
                <a16:creationId xmlns:a16="http://schemas.microsoft.com/office/drawing/2014/main" id="{2892D0E0-D259-7644-B8A0-4B5B7FBC8FF4}"/>
              </a:ext>
            </a:extLst>
          </p:cNvPr>
          <p:cNvSpPr/>
          <p:nvPr userDrawn="1"/>
        </p:nvSpPr>
        <p:spPr bwMode="white">
          <a:xfrm>
            <a:off x="0" y="4564313"/>
            <a:ext cx="9191625" cy="2118305"/>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b="1" dirty="0"/>
              <a:t>Supervisor: </a:t>
            </a:r>
            <a:r>
              <a:rPr lang="en-US" dirty="0"/>
              <a:t>Dr. </a:t>
            </a:r>
            <a:r>
              <a:rPr lang="en-US" dirty="0" err="1"/>
              <a:t>Qusai</a:t>
            </a:r>
            <a:r>
              <a:rPr lang="en-US" dirty="0"/>
              <a:t> Ramadan </a:t>
            </a:r>
          </a:p>
          <a:p>
            <a:pPr algn="l"/>
            <a:r>
              <a:rPr lang="en-US" dirty="0" err="1"/>
              <a:t>Institut</a:t>
            </a:r>
            <a:r>
              <a:rPr lang="en-US" dirty="0"/>
              <a:t> für </a:t>
            </a:r>
            <a:r>
              <a:rPr lang="en-US" dirty="0" err="1"/>
              <a:t>Softwaretechnik</a:t>
            </a:r>
            <a:r>
              <a:rPr lang="en-US" dirty="0"/>
              <a:t> </a:t>
            </a:r>
          </a:p>
          <a:p>
            <a:pPr algn="l"/>
            <a:endParaRPr lang="en-US" dirty="0"/>
          </a:p>
          <a:p>
            <a:pPr algn="l"/>
            <a:r>
              <a:rPr lang="en-US" b="1" dirty="0"/>
              <a:t>2nd Supervisor: </a:t>
            </a:r>
            <a:r>
              <a:rPr lang="en-US" dirty="0"/>
              <a:t>Katharina </a:t>
            </a:r>
            <a:r>
              <a:rPr lang="en-US" dirty="0" err="1"/>
              <a:t>Großer</a:t>
            </a:r>
            <a:endParaRPr lang="en-US" dirty="0"/>
          </a:p>
          <a:p>
            <a:pPr algn="l"/>
            <a:r>
              <a:rPr lang="en-US" dirty="0" err="1"/>
              <a:t>Institut</a:t>
            </a:r>
            <a:r>
              <a:rPr lang="en-US" dirty="0"/>
              <a:t> für </a:t>
            </a:r>
            <a:r>
              <a:rPr lang="en-US" dirty="0" err="1"/>
              <a:t>Softwaretechnik</a:t>
            </a:r>
            <a:endParaRPr lang="en-US" dirty="0"/>
          </a:p>
        </p:txBody>
      </p:sp>
      <p:sp>
        <p:nvSpPr>
          <p:cNvPr id="10" name="Titel 1">
            <a:extLst>
              <a:ext uri="{FF2B5EF4-FFF2-40B4-BE49-F238E27FC236}">
                <a16:creationId xmlns:a16="http://schemas.microsoft.com/office/drawing/2014/main" id="{B659C0D4-1C49-2B48-B0E2-3EC4EDA9450E}"/>
              </a:ext>
            </a:extLst>
          </p:cNvPr>
          <p:cNvSpPr txBox="1">
            <a:spLocks/>
          </p:cNvSpPr>
          <p:nvPr userDrawn="1"/>
        </p:nvSpPr>
        <p:spPr bwMode="black">
          <a:xfrm>
            <a:off x="50042" y="4564313"/>
            <a:ext cx="7180871" cy="1950787"/>
          </a:xfrm>
          <a:prstGeom prst="rect">
            <a:avLst/>
          </a:prstGeom>
        </p:spPr>
        <p:txBody>
          <a:bodyPr/>
          <a:lstStyle>
            <a:lvl1pPr algn="l" defTabSz="914400" rtl="0" eaLnBrk="1" latinLnBrk="0" hangingPunct="1">
              <a:lnSpc>
                <a:spcPct val="90000"/>
              </a:lnSpc>
              <a:spcBef>
                <a:spcPct val="0"/>
              </a:spcBef>
              <a:buNone/>
              <a:defRPr sz="4400" b="1" i="0" kern="120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a:lnSpc>
                <a:spcPct val="100000"/>
              </a:lnSpc>
            </a:pPr>
            <a:br>
              <a:rPr lang="en-GB" sz="2000" u="none">
                <a:solidFill>
                  <a:schemeClr val="tx1"/>
                </a:solidFill>
                <a:latin typeface="Arial" panose="020B0604020202020204" pitchFamily="34" charset="0"/>
                <a:ea typeface="Open Sans" panose="020B0606030504020204" pitchFamily="34" charset="0"/>
                <a:cs typeface="Arial" panose="020B0604020202020204" pitchFamily="34" charset="0"/>
              </a:rPr>
            </a:br>
            <a:endParaRPr lang="de-DE" sz="2000" u="none">
              <a:solidFill>
                <a:schemeClr val="tx1"/>
              </a:solidFill>
              <a:latin typeface="Arial" panose="020B0604020202020204" pitchFamily="34" charset="0"/>
              <a:ea typeface="Open Sans" panose="020B0606030504020204" pitchFamily="34" charset="0"/>
              <a:cs typeface="Arial" panose="020B0604020202020204" pitchFamily="34" charset="0"/>
            </a:endParaRPr>
          </a:p>
        </p:txBody>
      </p:sp>
    </p:spTree>
    <p:extLst>
      <p:ext uri="{BB962C8B-B14F-4D97-AF65-F5344CB8AC3E}">
        <p14:creationId xmlns:p14="http://schemas.microsoft.com/office/powerpoint/2010/main" val="5655581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pic>
        <p:nvPicPr>
          <p:cNvPr id="10" name="Grafik 9" descr="Ein Bild, das gefliest, Ziegelstein, Kachel enthält.&#10;&#10;Automatisch generierte Beschreibung">
            <a:extLst>
              <a:ext uri="{FF2B5EF4-FFF2-40B4-BE49-F238E27FC236}">
                <a16:creationId xmlns:a16="http://schemas.microsoft.com/office/drawing/2014/main" id="{1D2C741D-9EEB-BC85-9DF1-C0DB06992A4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120875"/>
            <a:ext cx="12192000" cy="5737125"/>
          </a:xfrm>
          <a:prstGeom prst="rect">
            <a:avLst/>
          </a:prstGeom>
        </p:spPr>
      </p:pic>
      <p:sp>
        <p:nvSpPr>
          <p:cNvPr id="2" name="Rechteck 1">
            <a:extLst>
              <a:ext uri="{FF2B5EF4-FFF2-40B4-BE49-F238E27FC236}">
                <a16:creationId xmlns:a16="http://schemas.microsoft.com/office/drawing/2014/main" id="{CAD864D4-AF73-5441-92BD-5D86993737F9}"/>
              </a:ext>
            </a:extLst>
          </p:cNvPr>
          <p:cNvSpPr/>
          <p:nvPr userDrawn="1"/>
        </p:nvSpPr>
        <p:spPr bwMode="black">
          <a:xfrm>
            <a:off x="0" y="3429000"/>
            <a:ext cx="152720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3" name="Titel 1">
            <a:extLst>
              <a:ext uri="{FF2B5EF4-FFF2-40B4-BE49-F238E27FC236}">
                <a16:creationId xmlns:a16="http://schemas.microsoft.com/office/drawing/2014/main" id="{4AD0EF0F-9E70-5A44-9F39-758AC013A434}"/>
              </a:ext>
            </a:extLst>
          </p:cNvPr>
          <p:cNvSpPr>
            <a:spLocks noGrp="1"/>
          </p:cNvSpPr>
          <p:nvPr>
            <p:ph type="title" hasCustomPrompt="1"/>
          </p:nvPr>
        </p:nvSpPr>
        <p:spPr bwMode="white">
          <a:xfrm>
            <a:off x="763604" y="3574742"/>
            <a:ext cx="10925587" cy="643297"/>
          </a:xfrm>
          <a:prstGeom prst="rect">
            <a:avLst/>
          </a:prstGeom>
        </p:spPr>
        <p:txBody>
          <a:bodyPr/>
          <a:lstStyle>
            <a:lvl1pPr>
              <a:defRPr b="1" i="0" baseline="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 eine Zeile</a:t>
            </a:r>
          </a:p>
        </p:txBody>
      </p:sp>
      <p:sp>
        <p:nvSpPr>
          <p:cNvPr id="20" name="Textplatzhalter 19">
            <a:extLst>
              <a:ext uri="{FF2B5EF4-FFF2-40B4-BE49-F238E27FC236}">
                <a16:creationId xmlns:a16="http://schemas.microsoft.com/office/drawing/2014/main" id="{E120028F-B108-A24C-90E9-303B4E86AD1D}"/>
              </a:ext>
            </a:extLst>
          </p:cNvPr>
          <p:cNvSpPr>
            <a:spLocks noGrp="1"/>
          </p:cNvSpPr>
          <p:nvPr>
            <p:ph type="body" sz="quarter" idx="10" hasCustomPrompt="1"/>
          </p:nvPr>
        </p:nvSpPr>
        <p:spPr bwMode="white">
          <a:xfrm>
            <a:off x="753557" y="4329287"/>
            <a:ext cx="11005959" cy="1001713"/>
          </a:xfrm>
          <a:prstGeom prst="rect">
            <a:avLst/>
          </a:prstGeom>
        </p:spPr>
        <p:txBody>
          <a:bodyPr/>
          <a:lstStyle>
            <a:lvl1pPr marL="0" indent="0">
              <a:buFontTx/>
              <a:buNone/>
              <a:defRPr sz="2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de-DE"/>
              <a:t>Hier steht eine Unterüberschrift</a:t>
            </a:r>
          </a:p>
        </p:txBody>
      </p:sp>
      <p:sp>
        <p:nvSpPr>
          <p:cNvPr id="9" name="Textplatzhalter 2">
            <a:extLst>
              <a:ext uri="{FF2B5EF4-FFF2-40B4-BE49-F238E27FC236}">
                <a16:creationId xmlns:a16="http://schemas.microsoft.com/office/drawing/2014/main" id="{DB0C7F00-4B42-4D4A-918D-91B3F00FF33A}"/>
              </a:ext>
            </a:extLst>
          </p:cNvPr>
          <p:cNvSpPr>
            <a:spLocks noGrp="1"/>
          </p:cNvSpPr>
          <p:nvPr>
            <p:ph type="body" sz="quarter" idx="11" hasCustomPrompt="1"/>
          </p:nvPr>
        </p:nvSpPr>
        <p:spPr bwMode="white">
          <a:xfrm>
            <a:off x="764117" y="5815012"/>
            <a:ext cx="5331883" cy="1042988"/>
          </a:xfrm>
          <a:prstGeom prst="rect">
            <a:avLst/>
          </a:prstGeom>
        </p:spPr>
        <p:txBody>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31st January 2022</a:t>
            </a:r>
          </a:p>
        </p:txBody>
      </p:sp>
      <p:pic>
        <p:nvPicPr>
          <p:cNvPr id="11" name="Grafik 10">
            <a:extLst>
              <a:ext uri="{FF2B5EF4-FFF2-40B4-BE49-F238E27FC236}">
                <a16:creationId xmlns:a16="http://schemas.microsoft.com/office/drawing/2014/main" id="{B4886DA2-DFDE-FB87-4524-90530CCA6D5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pic>
        <p:nvPicPr>
          <p:cNvPr id="13" name="Grafik 12">
            <a:extLst>
              <a:ext uri="{FF2B5EF4-FFF2-40B4-BE49-F238E27FC236}">
                <a16:creationId xmlns:a16="http://schemas.microsoft.com/office/drawing/2014/main" id="{A3625DCF-EE1E-6DDD-B249-BD18F1DAD25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27238926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pic>
        <p:nvPicPr>
          <p:cNvPr id="4" name="Grafik 3" descr="Ein Bild, das Boden, gefliest enthält.&#10;&#10;Automatisch generierte Beschreibung">
            <a:extLst>
              <a:ext uri="{FF2B5EF4-FFF2-40B4-BE49-F238E27FC236}">
                <a16:creationId xmlns:a16="http://schemas.microsoft.com/office/drawing/2014/main" id="{69CB1B92-7B63-DA4E-B8CA-9B91BD956AD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hteck 6">
            <a:extLst>
              <a:ext uri="{FF2B5EF4-FFF2-40B4-BE49-F238E27FC236}">
                <a16:creationId xmlns:a16="http://schemas.microsoft.com/office/drawing/2014/main" id="{58660015-3293-EA40-B3F9-1C305D5F9563}"/>
              </a:ext>
            </a:extLst>
          </p:cNvPr>
          <p:cNvSpPr/>
          <p:nvPr userDrawn="1"/>
        </p:nvSpPr>
        <p:spPr bwMode="black">
          <a:xfrm>
            <a:off x="0" y="3429000"/>
            <a:ext cx="152720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10" name="Textplatzhalter 2">
            <a:extLst>
              <a:ext uri="{FF2B5EF4-FFF2-40B4-BE49-F238E27FC236}">
                <a16:creationId xmlns:a16="http://schemas.microsoft.com/office/drawing/2014/main" id="{38218C36-0CF6-E448-B3B7-46C327FB75F5}"/>
              </a:ext>
            </a:extLst>
          </p:cNvPr>
          <p:cNvSpPr>
            <a:spLocks noGrp="1"/>
          </p:cNvSpPr>
          <p:nvPr>
            <p:ph type="body" sz="quarter" idx="10" hasCustomPrompt="1"/>
          </p:nvPr>
        </p:nvSpPr>
        <p:spPr bwMode="white">
          <a:xfrm>
            <a:off x="764117" y="5815012"/>
            <a:ext cx="4496360" cy="1042988"/>
          </a:xfrm>
          <a:prstGeom prst="rect">
            <a:avLst/>
          </a:prstGeom>
        </p:spPr>
        <p:txBody>
          <a:bodyPr wrap="none">
            <a:noAutofit/>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17. </a:t>
            </a:r>
            <a:r>
              <a:rPr lang="de-DE" err="1">
                <a:latin typeface="Open Sans" panose="020B0606030504020204" pitchFamily="34" charset="0"/>
                <a:ea typeface="Open Sans" panose="020B0606030504020204" pitchFamily="34" charset="0"/>
                <a:cs typeface="Open Sans" panose="020B0606030504020204" pitchFamily="34" charset="0"/>
              </a:rPr>
              <a:t>February</a:t>
            </a:r>
            <a:r>
              <a:rPr lang="de-DE">
                <a:latin typeface="Open Sans" panose="020B0606030504020204" pitchFamily="34" charset="0"/>
                <a:ea typeface="Open Sans" panose="020B0606030504020204" pitchFamily="34" charset="0"/>
                <a:cs typeface="Open Sans" panose="020B0606030504020204" pitchFamily="34" charset="0"/>
              </a:rPr>
              <a:t> 2022 </a:t>
            </a:r>
          </a:p>
        </p:txBody>
      </p:sp>
      <p:sp>
        <p:nvSpPr>
          <p:cNvPr id="12" name="Titel 1">
            <a:extLst>
              <a:ext uri="{FF2B5EF4-FFF2-40B4-BE49-F238E27FC236}">
                <a16:creationId xmlns:a16="http://schemas.microsoft.com/office/drawing/2014/main" id="{D76931D2-07D4-984C-8B99-8D3C84E3CB34}"/>
              </a:ext>
            </a:extLst>
          </p:cNvPr>
          <p:cNvSpPr>
            <a:spLocks noGrp="1"/>
          </p:cNvSpPr>
          <p:nvPr>
            <p:ph type="title" hasCustomPrompt="1"/>
          </p:nvPr>
        </p:nvSpPr>
        <p:spPr bwMode="white">
          <a:xfrm>
            <a:off x="763604" y="3574742"/>
            <a:ext cx="10925587" cy="643297"/>
          </a:xfrm>
          <a:prstGeom prst="rect">
            <a:avLst/>
          </a:prstGeom>
        </p:spPr>
        <p:txBody>
          <a:bodyPr/>
          <a:lstStyle>
            <a:lvl1pPr>
              <a:defRPr b="1" i="0" baseline="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 eine Zeile</a:t>
            </a:r>
          </a:p>
        </p:txBody>
      </p:sp>
      <p:sp>
        <p:nvSpPr>
          <p:cNvPr id="8" name="Textplatzhalter 19">
            <a:extLst>
              <a:ext uri="{FF2B5EF4-FFF2-40B4-BE49-F238E27FC236}">
                <a16:creationId xmlns:a16="http://schemas.microsoft.com/office/drawing/2014/main" id="{0A0C1D73-9C59-1648-91B9-833E9EBEF547}"/>
              </a:ext>
            </a:extLst>
          </p:cNvPr>
          <p:cNvSpPr>
            <a:spLocks noGrp="1"/>
          </p:cNvSpPr>
          <p:nvPr>
            <p:ph type="body" sz="quarter" idx="11" hasCustomPrompt="1"/>
          </p:nvPr>
        </p:nvSpPr>
        <p:spPr bwMode="white">
          <a:xfrm>
            <a:off x="753557" y="4329287"/>
            <a:ext cx="11005959" cy="1001713"/>
          </a:xfrm>
          <a:prstGeom prst="rect">
            <a:avLst/>
          </a:prstGeom>
        </p:spPr>
        <p:txBody>
          <a:bodyPr/>
          <a:lstStyle>
            <a:lvl1pPr marL="0" indent="0">
              <a:buFontTx/>
              <a:buNone/>
              <a:defRPr sz="2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de-DE"/>
              <a:t>Hier steht eine Unterüberschrift</a:t>
            </a:r>
          </a:p>
        </p:txBody>
      </p:sp>
      <p:pic>
        <p:nvPicPr>
          <p:cNvPr id="14" name="Grafik 13">
            <a:extLst>
              <a:ext uri="{FF2B5EF4-FFF2-40B4-BE49-F238E27FC236}">
                <a16:creationId xmlns:a16="http://schemas.microsoft.com/office/drawing/2014/main" id="{D8581612-CDA8-9981-FD7F-36CC7ED71F3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pic>
        <p:nvPicPr>
          <p:cNvPr id="15" name="Grafik 14">
            <a:extLst>
              <a:ext uri="{FF2B5EF4-FFF2-40B4-BE49-F238E27FC236}">
                <a16:creationId xmlns:a16="http://schemas.microsoft.com/office/drawing/2014/main" id="{1755AEBD-55A5-3F77-945B-07E33CC87782}"/>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41594237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rvorgehobene Informa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E32178-D844-CE44-9227-46B3AC20087B}"/>
              </a:ext>
            </a:extLst>
          </p:cNvPr>
          <p:cNvSpPr>
            <a:spLocks noGrp="1"/>
          </p:cNvSpPr>
          <p:nvPr>
            <p:ph type="title" hasCustomPrompt="1"/>
          </p:nvPr>
        </p:nvSpPr>
        <p:spPr>
          <a:xfrm>
            <a:off x="623783" y="361363"/>
            <a:ext cx="10515600" cy="750887"/>
          </a:xfrm>
          <a:prstGeom prst="rect">
            <a:avLst/>
          </a:prstGeom>
        </p:spPr>
        <p:txBody>
          <a:bodyPr/>
          <a:lstStyle>
            <a:lvl1pPr>
              <a:defRPr sz="2800">
                <a:solidFill>
                  <a:schemeClr val="bg1"/>
                </a:solidFill>
              </a:defRPr>
            </a:lvl1pPr>
          </a:lstStyle>
          <a:p>
            <a:r>
              <a:rPr lang="de-DE"/>
              <a:t>Titel</a:t>
            </a:r>
          </a:p>
        </p:txBody>
      </p:sp>
      <p:sp>
        <p:nvSpPr>
          <p:cNvPr id="6" name="Bildplatzhalter 5">
            <a:extLst>
              <a:ext uri="{FF2B5EF4-FFF2-40B4-BE49-F238E27FC236}">
                <a16:creationId xmlns:a16="http://schemas.microsoft.com/office/drawing/2014/main" id="{71F4B771-43A4-0C43-B113-282D60EF4455}"/>
              </a:ext>
            </a:extLst>
          </p:cNvPr>
          <p:cNvSpPr>
            <a:spLocks noGrp="1"/>
          </p:cNvSpPr>
          <p:nvPr>
            <p:ph type="pic" sz="quarter" idx="10"/>
          </p:nvPr>
        </p:nvSpPr>
        <p:spPr>
          <a:xfrm>
            <a:off x="6813973" y="2000883"/>
            <a:ext cx="4537115" cy="3598358"/>
          </a:xfrm>
          <a:prstGeom prst="rect">
            <a:avLst/>
          </a:prstGeom>
          <a:ln>
            <a:noFill/>
          </a:ln>
        </p:spPr>
        <p:txBody>
          <a:bodyPr/>
          <a:lstStyle/>
          <a:p>
            <a:endParaRPr lang="de-DE"/>
          </a:p>
        </p:txBody>
      </p:sp>
      <p:sp>
        <p:nvSpPr>
          <p:cNvPr id="5" name="Textplatzhalter 17">
            <a:extLst>
              <a:ext uri="{FF2B5EF4-FFF2-40B4-BE49-F238E27FC236}">
                <a16:creationId xmlns:a16="http://schemas.microsoft.com/office/drawing/2014/main" id="{F6630748-9A98-44FC-83AD-411FEBE8C486}"/>
              </a:ext>
            </a:extLst>
          </p:cNvPr>
          <p:cNvSpPr>
            <a:spLocks noGrp="1"/>
          </p:cNvSpPr>
          <p:nvPr>
            <p:ph type="body" sz="quarter" idx="13" hasCustomPrompt="1"/>
          </p:nvPr>
        </p:nvSpPr>
        <p:spPr>
          <a:xfrm>
            <a:off x="623783" y="2000883"/>
            <a:ext cx="5472217" cy="3598358"/>
          </a:xfrm>
          <a:prstGeom prst="rect">
            <a:avLst/>
          </a:prstGeom>
        </p:spPr>
        <p:txBody>
          <a:bodyPr/>
          <a:lstStyle>
            <a:lvl1pPr marL="284400" marR="0" indent="-284400" algn="l" defTabSz="914400" rtl="0" eaLnBrk="1" fontAlgn="auto" latinLnBrk="0" hangingPunct="1">
              <a:lnSpc>
                <a:spcPct val="100000"/>
              </a:lnSpc>
              <a:spcBef>
                <a:spcPts val="1200"/>
              </a:spcBef>
              <a:spcAft>
                <a:spcPts val="0"/>
              </a:spcAft>
              <a:buClr>
                <a:schemeClr val="bg1"/>
              </a:buClr>
              <a:buSzTx/>
              <a:buFont typeface="Wingdings" panose="05000000000000000000" pitchFamily="2" charset="2"/>
              <a:buChar char="§"/>
              <a:tabLst/>
              <a:defRPr sz="1800" b="0" i="0">
                <a:latin typeface="Open Sans" panose="020B0606030504020204" pitchFamily="34" charset="0"/>
                <a:ea typeface="Open Sans" panose="020B0606030504020204" pitchFamily="34" charset="0"/>
                <a:cs typeface="Open Sans" panose="020B0606030504020204" pitchFamily="34" charset="0"/>
              </a:defRPr>
            </a:lvl1pPr>
            <a:lvl2pPr marL="630000" marR="0" indent="-284400" algn="l" defTabSz="685800" rtl="0" eaLnBrk="1" fontAlgn="auto" latinLnBrk="0" hangingPunct="1">
              <a:lnSpc>
                <a:spcPct val="100000"/>
              </a:lnSpc>
              <a:spcBef>
                <a:spcPts val="1200"/>
              </a:spcBef>
              <a:spcAft>
                <a:spcPts val="0"/>
              </a:spcAft>
              <a:buClr>
                <a:schemeClr val="bg1"/>
              </a:buClr>
              <a:buSzTx/>
              <a:buFont typeface="Wingdings" panose="05000000000000000000" pitchFamily="2" charset="2"/>
              <a:buChar char="§"/>
              <a:tabLst/>
              <a:defRPr sz="1600" b="0" i="0">
                <a:latin typeface="+mn-lt"/>
                <a:ea typeface="Open Sans Light" panose="020B0306030504020204" pitchFamily="34" charset="0"/>
                <a:cs typeface="Open Sans Light" panose="020B0306030504020204" pitchFamily="34" charset="0"/>
              </a:defRPr>
            </a:lvl2pPr>
            <a:lvl3pPr marL="972000" marR="0" indent="-284400" algn="l" defTabSz="685800" rtl="0" eaLnBrk="1" fontAlgn="auto" latinLnBrk="0" hangingPunct="1">
              <a:lnSpc>
                <a:spcPct val="100000"/>
              </a:lnSpc>
              <a:spcBef>
                <a:spcPts val="1200"/>
              </a:spcBef>
              <a:spcAft>
                <a:spcPts val="0"/>
              </a:spcAft>
              <a:buClr>
                <a:schemeClr val="bg1"/>
              </a:buClr>
              <a:buSzTx/>
              <a:buFont typeface="Wingdings" pitchFamily="2" charset="2"/>
              <a:buChar char="§"/>
              <a:tabLst/>
              <a:defRPr sz="1400" b="0" i="0">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a:latin typeface="Open Sans Light" panose="020B0306030504020204" pitchFamily="34" charset="0"/>
                <a:ea typeface="Open Sans Light" panose="020B0306030504020204" pitchFamily="34" charset="0"/>
                <a:cs typeface="Open Sans Light" panose="020B0306030504020204" pitchFamily="34" charset="0"/>
              </a:defRPr>
            </a:lvl5pPr>
          </a:lstStyle>
          <a:p>
            <a:pPr lvl="0"/>
            <a:r>
              <a:rPr lang="de-DE"/>
              <a:t>Bullet Point Erste Ebene</a:t>
            </a:r>
          </a:p>
          <a:p>
            <a:pPr lvl="1"/>
            <a:r>
              <a:rPr lang="de-DE"/>
              <a:t>Zweite Ebene</a:t>
            </a:r>
          </a:p>
          <a:p>
            <a:pPr lvl="2"/>
            <a:r>
              <a:rPr lang="de-DE"/>
              <a:t>Dritte Ebene</a:t>
            </a:r>
          </a:p>
          <a:p>
            <a:pPr lvl="0"/>
            <a:r>
              <a:rPr lang="de-DE"/>
              <a:t>Erste Ebene</a:t>
            </a:r>
          </a:p>
          <a:p>
            <a:pPr lvl="0"/>
            <a:endParaRPr lang="de-DE"/>
          </a:p>
          <a:p>
            <a:pPr lvl="2"/>
            <a:endParaRPr lang="de-DE"/>
          </a:p>
        </p:txBody>
      </p:sp>
    </p:spTree>
    <p:extLst>
      <p:ext uri="{BB962C8B-B14F-4D97-AF65-F5344CB8AC3E}">
        <p14:creationId xmlns:p14="http://schemas.microsoft.com/office/powerpoint/2010/main" val="3736410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Zwischenseite">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9F8158BF-0FCF-6E4B-8E7D-A557EFB2BACF}"/>
              </a:ext>
            </a:extLst>
          </p:cNvPr>
          <p:cNvSpPr>
            <a:spLocks noGrp="1"/>
          </p:cNvSpPr>
          <p:nvPr>
            <p:ph type="title" hasCustomPrompt="1"/>
          </p:nvPr>
        </p:nvSpPr>
        <p:spPr>
          <a:xfrm>
            <a:off x="763604" y="3574742"/>
            <a:ext cx="10925587" cy="1325563"/>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Zwischenseite</a:t>
            </a:r>
          </a:p>
        </p:txBody>
      </p:sp>
      <p:pic>
        <p:nvPicPr>
          <p:cNvPr id="4" name="Grafik 3">
            <a:extLst>
              <a:ext uri="{FF2B5EF4-FFF2-40B4-BE49-F238E27FC236}">
                <a16:creationId xmlns:a16="http://schemas.microsoft.com/office/drawing/2014/main" id="{CFE26FB6-8CA3-EBE2-41D1-F182352627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31527512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nkeseite">
    <p:spTree>
      <p:nvGrpSpPr>
        <p:cNvPr id="1" name=""/>
        <p:cNvGrpSpPr/>
        <p:nvPr/>
      </p:nvGrpSpPr>
      <p:grpSpPr>
        <a:xfrm>
          <a:off x="0" y="0"/>
          <a:ext cx="0" cy="0"/>
          <a:chOff x="0" y="0"/>
          <a:chExt cx="0" cy="0"/>
        </a:xfrm>
      </p:grpSpPr>
      <p:sp>
        <p:nvSpPr>
          <p:cNvPr id="3" name="Titel 1">
            <a:extLst>
              <a:ext uri="{FF2B5EF4-FFF2-40B4-BE49-F238E27FC236}">
                <a16:creationId xmlns:a16="http://schemas.microsoft.com/office/drawing/2014/main" id="{9F8158BF-0FCF-6E4B-8E7D-A557EFB2BACF}"/>
              </a:ext>
            </a:extLst>
          </p:cNvPr>
          <p:cNvSpPr>
            <a:spLocks noGrp="1"/>
          </p:cNvSpPr>
          <p:nvPr>
            <p:ph type="title" hasCustomPrompt="1"/>
          </p:nvPr>
        </p:nvSpPr>
        <p:spPr>
          <a:xfrm>
            <a:off x="763604" y="3574742"/>
            <a:ext cx="10925587" cy="643298"/>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err="1"/>
              <a:t>Dankeseite</a:t>
            </a:r>
            <a:endParaRPr lang="de-DE"/>
          </a:p>
        </p:txBody>
      </p:sp>
      <p:sp>
        <p:nvSpPr>
          <p:cNvPr id="4" name="Textplatzhalter 3">
            <a:extLst>
              <a:ext uri="{FF2B5EF4-FFF2-40B4-BE49-F238E27FC236}">
                <a16:creationId xmlns:a16="http://schemas.microsoft.com/office/drawing/2014/main" id="{9AD8ACBA-7348-B444-89B7-E67D51BE90FD}"/>
              </a:ext>
            </a:extLst>
          </p:cNvPr>
          <p:cNvSpPr>
            <a:spLocks noGrp="1"/>
          </p:cNvSpPr>
          <p:nvPr>
            <p:ph type="body" sz="quarter" idx="10" hasCustomPrompt="1"/>
          </p:nvPr>
        </p:nvSpPr>
        <p:spPr>
          <a:xfrm>
            <a:off x="764118" y="4379913"/>
            <a:ext cx="10924116" cy="1223962"/>
          </a:xfrm>
          <a:prstGeom prst="rect">
            <a:avLst/>
          </a:prstGeom>
          <a:noFill/>
          <a:ln>
            <a:noFill/>
          </a:ln>
        </p:spPr>
        <p:style>
          <a:lnRef idx="0">
            <a:scrgbClr r="0" g="0" b="0"/>
          </a:lnRef>
          <a:fillRef idx="0">
            <a:scrgbClr r="0" g="0" b="0"/>
          </a:fillRef>
          <a:effectRef idx="0">
            <a:scrgbClr r="0" g="0" b="0"/>
          </a:effectRef>
          <a:fontRef idx="minor">
            <a:schemeClr val="dk1"/>
          </a:fontRef>
        </p:style>
        <p:txBody>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de-DE"/>
              <a:t>Vielen Dank für Ihre Aufmerksamkeit!</a:t>
            </a:r>
          </a:p>
        </p:txBody>
      </p:sp>
      <p:pic>
        <p:nvPicPr>
          <p:cNvPr id="6" name="Grafik 5">
            <a:extLst>
              <a:ext uri="{FF2B5EF4-FFF2-40B4-BE49-F238E27FC236}">
                <a16:creationId xmlns:a16="http://schemas.microsoft.com/office/drawing/2014/main" id="{35F297BF-67C6-E705-5706-F8A8C92D377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28938744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pic>
        <p:nvPicPr>
          <p:cNvPr id="4" name="Grafik 3" descr="Ein Bild, das computer, Computer, drinnen, arbeitend enthält.&#10;&#10;Automatisch generierte Beschreibung">
            <a:extLst>
              <a:ext uri="{FF2B5EF4-FFF2-40B4-BE49-F238E27FC236}">
                <a16:creationId xmlns:a16="http://schemas.microsoft.com/office/drawing/2014/main" id="{50214E10-340A-FF08-D052-7F21FFDC48F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Rechteck 4">
            <a:extLst>
              <a:ext uri="{FF2B5EF4-FFF2-40B4-BE49-F238E27FC236}">
                <a16:creationId xmlns:a16="http://schemas.microsoft.com/office/drawing/2014/main" id="{A11FC40C-0444-4844-813C-585F206F1D99}"/>
              </a:ext>
            </a:extLst>
          </p:cNvPr>
          <p:cNvSpPr/>
          <p:nvPr userDrawn="1"/>
        </p:nvSpPr>
        <p:spPr bwMode="white">
          <a:xfrm>
            <a:off x="-1" y="3429000"/>
            <a:ext cx="9622668" cy="1617044"/>
          </a:xfrm>
          <a:prstGeom prst="rect">
            <a:avLst/>
          </a:prstGeom>
          <a:solidFill>
            <a:srgbClr val="C519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6" name="Titel 1">
            <a:extLst>
              <a:ext uri="{FF2B5EF4-FFF2-40B4-BE49-F238E27FC236}">
                <a16:creationId xmlns:a16="http://schemas.microsoft.com/office/drawing/2014/main" id="{987B82EB-6FD2-1345-A7B8-78E61E074683}"/>
              </a:ext>
            </a:extLst>
          </p:cNvPr>
          <p:cNvSpPr>
            <a:spLocks noGrp="1"/>
          </p:cNvSpPr>
          <p:nvPr>
            <p:ph type="title" hasCustomPrompt="1"/>
          </p:nvPr>
        </p:nvSpPr>
        <p:spPr bwMode="black">
          <a:xfrm>
            <a:off x="763606" y="3574742"/>
            <a:ext cx="8549728" cy="1325563"/>
          </a:xfrm>
          <a:prstGeom prst="rect">
            <a:avLst/>
          </a:prstGeom>
        </p:spPr>
        <p:txBody>
          <a:bodyPr/>
          <a:lstStyle>
            <a:lvl1pPr>
              <a:defRPr b="1" i="0">
                <a:solidFill>
                  <a:schemeClr val="bg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de-DE"/>
              <a:t>Titel über</a:t>
            </a:r>
            <a:br>
              <a:rPr lang="de-DE"/>
            </a:br>
            <a:r>
              <a:rPr lang="de-DE"/>
              <a:t>zwei Zeilen</a:t>
            </a:r>
          </a:p>
        </p:txBody>
      </p:sp>
      <p:sp>
        <p:nvSpPr>
          <p:cNvPr id="8" name="Textplatzhalter 2">
            <a:extLst>
              <a:ext uri="{FF2B5EF4-FFF2-40B4-BE49-F238E27FC236}">
                <a16:creationId xmlns:a16="http://schemas.microsoft.com/office/drawing/2014/main" id="{37BFFF8D-7F2A-AA49-93F0-737689C60E0C}"/>
              </a:ext>
            </a:extLst>
          </p:cNvPr>
          <p:cNvSpPr>
            <a:spLocks noGrp="1"/>
          </p:cNvSpPr>
          <p:nvPr>
            <p:ph type="body" sz="quarter" idx="10" hasCustomPrompt="1"/>
          </p:nvPr>
        </p:nvSpPr>
        <p:spPr bwMode="white">
          <a:xfrm>
            <a:off x="764117" y="5815012"/>
            <a:ext cx="5331883" cy="1042988"/>
          </a:xfrm>
          <a:prstGeom prst="rect">
            <a:avLst/>
          </a:prstGeom>
        </p:spPr>
        <p:txBody>
          <a:bodyPr/>
          <a:lstStyle>
            <a:lvl1pPr>
              <a:defRPr sz="1400">
                <a:solidFill>
                  <a:schemeClr val="bg1"/>
                </a:solidFill>
              </a:defRPr>
            </a:lvl1pPr>
            <a:lvl2pPr>
              <a:defRPr sz="1400"/>
            </a:lvl2pPr>
            <a:lvl3pPr>
              <a:defRPr sz="1400"/>
            </a:lvl3pPr>
            <a:lvl4pPr>
              <a:defRPr sz="1400"/>
            </a:lvl4pPr>
            <a:lvl5pPr>
              <a:defRPr sz="1400"/>
            </a:lvl5pPr>
          </a:lstStyle>
          <a:p>
            <a:r>
              <a:rPr lang="de-DE">
                <a:latin typeface="Open Sans" panose="020B0606030504020204" pitchFamily="34" charset="0"/>
                <a:ea typeface="Open Sans" panose="020B0606030504020204" pitchFamily="34" charset="0"/>
                <a:cs typeface="Open Sans" panose="020B0606030504020204" pitchFamily="34" charset="0"/>
              </a:rPr>
              <a:t>17. </a:t>
            </a:r>
            <a:r>
              <a:rPr lang="de-DE" err="1">
                <a:latin typeface="Open Sans" panose="020B0606030504020204" pitchFamily="34" charset="0"/>
                <a:ea typeface="Open Sans" panose="020B0606030504020204" pitchFamily="34" charset="0"/>
                <a:cs typeface="Open Sans" panose="020B0606030504020204" pitchFamily="34" charset="0"/>
              </a:rPr>
              <a:t>February</a:t>
            </a:r>
            <a:r>
              <a:rPr lang="de-DE">
                <a:latin typeface="Open Sans" panose="020B0606030504020204" pitchFamily="34" charset="0"/>
                <a:ea typeface="Open Sans" panose="020B0606030504020204" pitchFamily="34" charset="0"/>
                <a:cs typeface="Open Sans" panose="020B0606030504020204" pitchFamily="34" charset="0"/>
              </a:rPr>
              <a:t> 2022 </a:t>
            </a:r>
          </a:p>
        </p:txBody>
      </p:sp>
      <p:pic>
        <p:nvPicPr>
          <p:cNvPr id="11" name="Grafik 10">
            <a:extLst>
              <a:ext uri="{FF2B5EF4-FFF2-40B4-BE49-F238E27FC236}">
                <a16:creationId xmlns:a16="http://schemas.microsoft.com/office/drawing/2014/main" id="{10E3CB8C-1F61-DBB8-FEFD-40BDA43D887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pic>
        <p:nvPicPr>
          <p:cNvPr id="12" name="Grafik 11">
            <a:extLst>
              <a:ext uri="{FF2B5EF4-FFF2-40B4-BE49-F238E27FC236}">
                <a16:creationId xmlns:a16="http://schemas.microsoft.com/office/drawing/2014/main" id="{29E7D0D1-E660-4026-CB14-007800DAFE7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12715" y="3675701"/>
            <a:ext cx="370497" cy="403606"/>
          </a:xfrm>
          <a:prstGeom prst="rect">
            <a:avLst/>
          </a:prstGeom>
        </p:spPr>
      </p:pic>
    </p:spTree>
    <p:extLst>
      <p:ext uri="{BB962C8B-B14F-4D97-AF65-F5344CB8AC3E}">
        <p14:creationId xmlns:p14="http://schemas.microsoft.com/office/powerpoint/2010/main" val="1700556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5.emf"/><Relationship Id="rId5" Type="http://schemas.openxmlformats.org/officeDocument/2006/relationships/theme" Target="../theme/theme4.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CA3445A9-586C-E44E-9FA3-B160DD38F7D2}"/>
              </a:ext>
            </a:extLst>
          </p:cNvPr>
          <p:cNvSpPr/>
          <p:nvPr userDrawn="1"/>
        </p:nvSpPr>
        <p:spPr bwMode="hidden">
          <a:xfrm flipV="1">
            <a:off x="0" y="6172491"/>
            <a:ext cx="12192000" cy="684000"/>
          </a:xfrm>
          <a:prstGeom prst="rect">
            <a:avLst/>
          </a:prstGeom>
          <a:solidFill>
            <a:srgbClr val="C51926"/>
          </a:solidFill>
          <a:ln>
            <a:noFill/>
          </a:ln>
        </p:spPr>
        <p:style>
          <a:lnRef idx="2">
            <a:schemeClr val="accent1"/>
          </a:lnRef>
          <a:fillRef idx="1">
            <a:schemeClr val="lt1"/>
          </a:fillRef>
          <a:effectRef idx="0">
            <a:schemeClr val="accent1"/>
          </a:effectRef>
          <a:fontRef idx="minor">
            <a:schemeClr val="dk1"/>
          </a:fontRef>
        </p:style>
        <p:txBody>
          <a:bodyPr lIns="54000" tIns="67500" rIns="67500" bIns="67500" rtlCol="0" anchor="t"/>
          <a:lstStyle/>
          <a:p>
            <a:pPr>
              <a:lnSpc>
                <a:spcPct val="110000"/>
              </a:lnSpc>
            </a:pPr>
            <a:endParaRPr lang="de-DE" sz="1200" b="0" i="0">
              <a:solidFill>
                <a:srgbClr val="0D99FC"/>
              </a:solidFill>
              <a:latin typeface="Open Sans" panose="020B0606030504020204" pitchFamily="34" charset="0"/>
            </a:endParaRPr>
          </a:p>
        </p:txBody>
      </p:sp>
      <p:sp>
        <p:nvSpPr>
          <p:cNvPr id="10" name="Foliennummernplatzhalter 5">
            <a:extLst>
              <a:ext uri="{FF2B5EF4-FFF2-40B4-BE49-F238E27FC236}">
                <a16:creationId xmlns:a16="http://schemas.microsoft.com/office/drawing/2014/main" id="{98500DB4-6915-9845-A001-80945356C6CC}"/>
              </a:ext>
            </a:extLst>
          </p:cNvPr>
          <p:cNvSpPr txBox="1">
            <a:spLocks/>
          </p:cNvSpPr>
          <p:nvPr userDrawn="1"/>
        </p:nvSpPr>
        <p:spPr>
          <a:xfrm>
            <a:off x="11192000" y="6318001"/>
            <a:ext cx="661072"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A611349-95DF-F144-82AA-724B5262B266}" type="slidenum">
              <a:rPr lang="de-DE" sz="800" b="0" i="0" smtClean="0">
                <a:solidFill>
                  <a:schemeClr val="bg1"/>
                </a:solidFill>
                <a:latin typeface="Open Sans" panose="020B0606030504020204" pitchFamily="34" charset="0"/>
                <a:ea typeface="Open Sans" panose="020B0606030504020204" pitchFamily="34" charset="0"/>
                <a:cs typeface="Open Sans" panose="020B0606030504020204" pitchFamily="34" charset="0"/>
              </a:rPr>
              <a:pPr/>
              <a:t>‹#›</a:t>
            </a:fld>
            <a:endParaRPr lang="de-DE" sz="800" b="0" i="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Datumsplatzhalter 3">
            <a:extLst>
              <a:ext uri="{FF2B5EF4-FFF2-40B4-BE49-F238E27FC236}">
                <a16:creationId xmlns:a16="http://schemas.microsoft.com/office/drawing/2014/main" id="{97040CD4-CFA2-574C-9E65-8ACD16A8B8A7}"/>
              </a:ext>
            </a:extLst>
          </p:cNvPr>
          <p:cNvSpPr txBox="1">
            <a:spLocks/>
          </p:cNvSpPr>
          <p:nvPr userDrawn="1"/>
        </p:nvSpPr>
        <p:spPr>
          <a:xfrm>
            <a:off x="8999293" y="6318000"/>
            <a:ext cx="1768000" cy="273844"/>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800" dirty="0">
                <a:solidFill>
                  <a:schemeClr val="bg1"/>
                </a:solidFill>
                <a:latin typeface="Open Sans" panose="020B0606030504020204" pitchFamily="34" charset="0"/>
                <a:ea typeface="Open Sans" panose="020B0606030504020204" pitchFamily="34" charset="0"/>
                <a:cs typeface="Open Sans" panose="020B0606030504020204" pitchFamily="34" charset="0"/>
              </a:rPr>
              <a:t>July 9th, 2024 </a:t>
            </a:r>
          </a:p>
        </p:txBody>
      </p:sp>
      <p:sp>
        <p:nvSpPr>
          <p:cNvPr id="28" name="Fußzeilenplatzhalter 4">
            <a:extLst>
              <a:ext uri="{FF2B5EF4-FFF2-40B4-BE49-F238E27FC236}">
                <a16:creationId xmlns:a16="http://schemas.microsoft.com/office/drawing/2014/main" id="{C5F20AC7-5E10-BD40-9F84-515932E75E34}"/>
              </a:ext>
            </a:extLst>
          </p:cNvPr>
          <p:cNvSpPr txBox="1">
            <a:spLocks/>
          </p:cNvSpPr>
          <p:nvPr userDrawn="1"/>
        </p:nvSpPr>
        <p:spPr>
          <a:xfrm>
            <a:off x="515586" y="6273534"/>
            <a:ext cx="4133207"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endParaRPr lang="de-DE" sz="1000" b="1" i="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29" name="Fußzeilenplatzhalter 4">
            <a:extLst>
              <a:ext uri="{FF2B5EF4-FFF2-40B4-BE49-F238E27FC236}">
                <a16:creationId xmlns:a16="http://schemas.microsoft.com/office/drawing/2014/main" id="{79574E4B-43F3-2747-BA46-F08C50CA79F8}"/>
              </a:ext>
            </a:extLst>
          </p:cNvPr>
          <p:cNvSpPr txBox="1">
            <a:spLocks/>
          </p:cNvSpPr>
          <p:nvPr userDrawn="1"/>
        </p:nvSpPr>
        <p:spPr>
          <a:xfrm>
            <a:off x="5040001" y="6273534"/>
            <a:ext cx="4133207" cy="248949"/>
          </a:xfrm>
          <a:prstGeom prst="rect">
            <a:avLst/>
          </a:prstGeom>
        </p:spPr>
        <p:txBody>
          <a:bodyPr anchor="t"/>
          <a:lstStyle>
            <a:defPPr>
              <a:defRPr lang="de-DE"/>
            </a:defPPr>
            <a:lvl1pPr marL="0" algn="l" defTabSz="914400" rtl="0" eaLnBrk="1" latinLnBrk="0" hangingPunct="1">
              <a:defRPr sz="11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de-DE" sz="1000" b="1" i="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1" name="Textplatzhalter 3">
            <a:extLst>
              <a:ext uri="{FF2B5EF4-FFF2-40B4-BE49-F238E27FC236}">
                <a16:creationId xmlns:a16="http://schemas.microsoft.com/office/drawing/2014/main" id="{7BBC0D6C-11AB-45DC-BE5F-E31F96A86AAF}"/>
              </a:ext>
            </a:extLst>
          </p:cNvPr>
          <p:cNvSpPr txBox="1">
            <a:spLocks/>
          </p:cNvSpPr>
          <p:nvPr userDrawn="1"/>
        </p:nvSpPr>
        <p:spPr>
          <a:xfrm>
            <a:off x="626444" y="6300001"/>
            <a:ext cx="4531208" cy="447335"/>
          </a:xfrm>
          <a:prstGeom prst="rect">
            <a:avLst/>
          </a:prstGeom>
        </p:spPr>
        <p:txBody>
          <a:bodyPr lIns="90000" tIns="46800" rIns="90000" bIns="46800"/>
          <a:lstStyle>
            <a:lvl1pPr marL="0" marR="0" indent="0" algn="l" defTabSz="914400" rtl="0" eaLnBrk="1" fontAlgn="auto" latinLnBrk="0" hangingPunct="1">
              <a:lnSpc>
                <a:spcPct val="100000"/>
              </a:lnSpc>
              <a:spcBef>
                <a:spcPts val="0"/>
              </a:spcBef>
              <a:spcAft>
                <a:spcPts val="0"/>
              </a:spcAft>
              <a:buClrTx/>
              <a:buSzTx/>
              <a:buFontTx/>
              <a:buNone/>
              <a:tabLst/>
              <a:defRPr sz="1000" b="0" kern="12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en-GB" sz="1000">
                <a:effectLst/>
                <a:latin typeface="Times New Roman" panose="02020603050405020304" pitchFamily="18" charset="0"/>
                <a:cs typeface="Times New Roman" panose="02020603050405020304" pitchFamily="18" charset="0"/>
              </a:rPr>
              <a:t>Master Thesis</a:t>
            </a:r>
            <a:br>
              <a:rPr lang="en-GB" sz="1000"/>
            </a:br>
            <a:endParaRPr lang="de-DE" sz="1000" b="1" i="1" baseline="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3" name="Textplatzhalter 3">
            <a:extLst>
              <a:ext uri="{FF2B5EF4-FFF2-40B4-BE49-F238E27FC236}">
                <a16:creationId xmlns:a16="http://schemas.microsoft.com/office/drawing/2014/main" id="{E2F4948D-81BE-42B5-AE25-E680FD6F757E}"/>
              </a:ext>
            </a:extLst>
          </p:cNvPr>
          <p:cNvSpPr txBox="1">
            <a:spLocks/>
          </p:cNvSpPr>
          <p:nvPr userDrawn="1"/>
        </p:nvSpPr>
        <p:spPr>
          <a:xfrm>
            <a:off x="5354424" y="6300001"/>
            <a:ext cx="3421931" cy="303213"/>
          </a:xfrm>
          <a:prstGeom prst="rect">
            <a:avLst/>
          </a:prstGeom>
        </p:spPr>
        <p:txBody>
          <a:bodyPr lIns="90000" tIns="46800" rIns="90000" bIns="46800"/>
          <a:lstStyle>
            <a:lvl1pPr marL="0" marR="0" indent="0" algn="l" defTabSz="914400" rtl="0" eaLnBrk="1" fontAlgn="auto" latinLnBrk="0" hangingPunct="1">
              <a:lnSpc>
                <a:spcPct val="100000"/>
              </a:lnSpc>
              <a:spcBef>
                <a:spcPts val="0"/>
              </a:spcBef>
              <a:spcAft>
                <a:spcPts val="0"/>
              </a:spcAft>
              <a:buClrTx/>
              <a:buSzTx/>
              <a:buFontTx/>
              <a:buNone/>
              <a:tabLst/>
              <a:defRPr sz="1000" b="0" kern="1200">
                <a:solidFill>
                  <a:schemeClr val="bg1"/>
                </a:solidFill>
                <a:latin typeface="Open Sans Semibold" panose="020B0706030804020204" pitchFamily="34" charset="0"/>
                <a:ea typeface="Open Sans Semibold" panose="020B0706030804020204" pitchFamily="34" charset="0"/>
                <a:cs typeface="Open Sans Semibold" panose="020B0706030804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de-DE" sz="1000" b="1">
              <a:latin typeface="Open Sans Semibold" panose="020B0606030504020204" pitchFamily="34" charset="0"/>
              <a:ea typeface="Open Sans Semibold" panose="020B0606030504020204" pitchFamily="34" charset="0"/>
              <a:cs typeface="Open Sans Semibold" panose="020B0606030504020204" pitchFamily="34" charset="0"/>
            </a:endParaRPr>
          </a:p>
        </p:txBody>
      </p:sp>
      <p:pic>
        <p:nvPicPr>
          <p:cNvPr id="15" name="Grafik 14">
            <a:extLst>
              <a:ext uri="{FF2B5EF4-FFF2-40B4-BE49-F238E27FC236}">
                <a16:creationId xmlns:a16="http://schemas.microsoft.com/office/drawing/2014/main" id="{7C409BE3-6E9F-1266-48ED-5285FCBC9874}"/>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569447" y="6375490"/>
            <a:ext cx="85105" cy="92711"/>
          </a:xfrm>
          <a:prstGeom prst="rect">
            <a:avLst/>
          </a:prstGeom>
        </p:spPr>
      </p:pic>
      <p:pic>
        <p:nvPicPr>
          <p:cNvPr id="17" name="Grafik 16">
            <a:extLst>
              <a:ext uri="{FF2B5EF4-FFF2-40B4-BE49-F238E27FC236}">
                <a16:creationId xmlns:a16="http://schemas.microsoft.com/office/drawing/2014/main" id="{DB08ECAC-E8DF-A869-17F1-67926B0458F0}"/>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9622667" y="331904"/>
            <a:ext cx="2136848" cy="635687"/>
          </a:xfrm>
          <a:prstGeom prst="rect">
            <a:avLst/>
          </a:prstGeom>
        </p:spPr>
      </p:pic>
    </p:spTree>
    <p:extLst>
      <p:ext uri="{BB962C8B-B14F-4D97-AF65-F5344CB8AC3E}">
        <p14:creationId xmlns:p14="http://schemas.microsoft.com/office/powerpoint/2010/main" val="2141596353"/>
      </p:ext>
    </p:extLst>
  </p:cSld>
  <p:clrMap bg1="lt1" tx1="dk1" bg2="lt2" tx2="dk2" accent1="accent1" accent2="accent2" accent3="accent3" accent4="accent4" accent5="accent5" accent6="accent6" hlink="hlink" folHlink="folHlink"/>
  <p:sldLayoutIdLst>
    <p:sldLayoutId id="2147483725" r:id="rId1"/>
    <p:sldLayoutId id="2147483727" r:id="rId2"/>
    <p:sldLayoutId id="2147483663" r:id="rId3"/>
    <p:sldLayoutId id="2147483662" r:id="rId4"/>
    <p:sldLayoutId id="2147483728" r:id="rId5"/>
    <p:sldLayoutId id="2147483729" r:id="rId6"/>
    <p:sldLayoutId id="2147483720" r:id="rId7"/>
    <p:sldLayoutId id="2147483730" r:id="rId8"/>
    <p:sldLayoutId id="2147483731" r:id="rId9"/>
    <p:sldLayoutId id="2147483738" r:id="rId10"/>
  </p:sldLayoutIdLst>
  <p:hf sldNum="0" hdr="0"/>
  <p:txStyles>
    <p:titleStyle>
      <a:lvl1pPr algn="l" defTabSz="685800" rtl="0" eaLnBrk="1" latinLnBrk="0" hangingPunct="1">
        <a:lnSpc>
          <a:spcPct val="90000"/>
        </a:lnSpc>
        <a:spcBef>
          <a:spcPct val="0"/>
        </a:spcBef>
        <a:buNone/>
        <a:defRPr sz="2700" kern="1200">
          <a:solidFill>
            <a:srgbClr val="F8C73E"/>
          </a:solidFill>
          <a:latin typeface="Arial" panose="020B0604020202020204" pitchFamily="34" charset="0"/>
          <a:ea typeface="+mj-ea"/>
          <a:cs typeface="Arial" panose="020B0604020202020204" pitchFamily="34" charset="0"/>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D26403-46BC-E646-B5F4-E835A2BEF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51DFFF40-99B4-614F-978F-ACA1D3E537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5A5ACAB9-AB33-2940-B853-718D54A45B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97729-C1CA-9C42-8E1A-4D8508EAE119}" type="datetimeFigureOut">
              <a:rPr lang="en-DE" smtClean="0"/>
              <a:t>07/09/2024</a:t>
            </a:fld>
            <a:endParaRPr lang="en-DE"/>
          </a:p>
        </p:txBody>
      </p:sp>
      <p:sp>
        <p:nvSpPr>
          <p:cNvPr id="5" name="Footer Placeholder 4">
            <a:extLst>
              <a:ext uri="{FF2B5EF4-FFF2-40B4-BE49-F238E27FC236}">
                <a16:creationId xmlns:a16="http://schemas.microsoft.com/office/drawing/2014/main" id="{28948334-9B70-CF45-8756-847D8F221D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328B62F4-AE4D-F545-8AF5-8D9C38672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7E8610-CCB2-4E49-A601-5513FCE35CB5}" type="slidenum">
              <a:rPr lang="en-DE" smtClean="0"/>
              <a:t>‹#›</a:t>
            </a:fld>
            <a:endParaRPr lang="en-DE"/>
          </a:p>
        </p:txBody>
      </p:sp>
    </p:spTree>
    <p:extLst>
      <p:ext uri="{BB962C8B-B14F-4D97-AF65-F5344CB8AC3E}">
        <p14:creationId xmlns:p14="http://schemas.microsoft.com/office/powerpoint/2010/main" val="2611630943"/>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9" r:id="rId4"/>
    <p:sldLayoutId id="2147483740" r:id="rId5"/>
    <p:sldLayoutId id="2147483741" r:id="rId6"/>
    <p:sldLayoutId id="2147483742" r:id="rId7"/>
    <p:sldLayoutId id="2147483743" r:id="rId8"/>
    <p:sldLayoutId id="2147483744" r:id="rId9"/>
    <p:sldLayoutId id="214748374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18037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28852ADB-0CC1-EAF3-753A-065F7460527D}"/>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9712440" y="-340354"/>
            <a:ext cx="2914450" cy="2160000"/>
          </a:xfrm>
          <a:prstGeom prst="rect">
            <a:avLst/>
          </a:prstGeom>
        </p:spPr>
      </p:pic>
    </p:spTree>
    <p:extLst>
      <p:ext uri="{BB962C8B-B14F-4D97-AF65-F5344CB8AC3E}">
        <p14:creationId xmlns:p14="http://schemas.microsoft.com/office/powerpoint/2010/main" val="2858219942"/>
      </p:ext>
    </p:extLst>
  </p:cSld>
  <p:clrMap bg1="lt1" tx1="dk1" bg2="lt2" tx2="dk2" accent1="accent1" accent2="accent2" accent3="accent3" accent4="accent4" accent5="accent5" accent6="accent6" hlink="hlink" folHlink="folHlink"/>
  <p:sldLayoutIdLst>
    <p:sldLayoutId id="2147483726" r:id="rId1"/>
    <p:sldLayoutId id="2147483702" r:id="rId2"/>
    <p:sldLayoutId id="2147483721" r:id="rId3"/>
    <p:sldLayoutId id="2147483732" r:id="rId4"/>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Tx/>
        <a:buNone/>
        <a:tabLst/>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bbon: Tilted Down 6">
            <a:extLst>
              <a:ext uri="{FF2B5EF4-FFF2-40B4-BE49-F238E27FC236}">
                <a16:creationId xmlns:a16="http://schemas.microsoft.com/office/drawing/2014/main" id="{F7B8B3B8-DE35-755D-520B-30B32FA778BA}"/>
              </a:ext>
            </a:extLst>
          </p:cNvPr>
          <p:cNvSpPr/>
          <p:nvPr/>
        </p:nvSpPr>
        <p:spPr>
          <a:xfrm>
            <a:off x="5058165" y="4760120"/>
            <a:ext cx="2352728" cy="1430639"/>
          </a:xfrm>
          <a:prstGeom prst="ribb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38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81E8-A777-4817-35B7-8A639D8A12F6}"/>
              </a:ext>
            </a:extLst>
          </p:cNvPr>
          <p:cNvSpPr>
            <a:spLocks noGrp="1"/>
          </p:cNvSpPr>
          <p:nvPr>
            <p:ph type="title"/>
          </p:nvPr>
        </p:nvSpPr>
        <p:spPr/>
        <p:txBody>
          <a:bodyPr/>
          <a:lstStyle/>
          <a:p>
            <a:r>
              <a:rPr lang="en-US"/>
              <a:t>Content</a:t>
            </a:r>
          </a:p>
        </p:txBody>
      </p:sp>
      <p:graphicFrame>
        <p:nvGraphicFramePr>
          <p:cNvPr id="5" name="Content Placeholder 2">
            <a:extLst>
              <a:ext uri="{FF2B5EF4-FFF2-40B4-BE49-F238E27FC236}">
                <a16:creationId xmlns:a16="http://schemas.microsoft.com/office/drawing/2014/main" id="{8F8D9C28-B9C2-432F-D140-EB3A626BFDA1}"/>
              </a:ext>
            </a:extLst>
          </p:cNvPr>
          <p:cNvGraphicFramePr>
            <a:graphicFrameLocks/>
          </p:cNvGraphicFramePr>
          <p:nvPr>
            <p:extLst>
              <p:ext uri="{D42A27DB-BD31-4B8C-83A1-F6EECF244321}">
                <p14:modId xmlns:p14="http://schemas.microsoft.com/office/powerpoint/2010/main" val="4065911004"/>
              </p:ext>
            </p:extLst>
          </p:nvPr>
        </p:nvGraphicFramePr>
        <p:xfrm>
          <a:off x="357932" y="1180656"/>
          <a:ext cx="11476136" cy="47488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3969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992A6-C259-7FDB-D3F8-1D264EFACD1F}"/>
              </a:ext>
            </a:extLst>
          </p:cNvPr>
          <p:cNvSpPr>
            <a:spLocks noGrp="1"/>
          </p:cNvSpPr>
          <p:nvPr>
            <p:ph type="title"/>
          </p:nvPr>
        </p:nvSpPr>
        <p:spPr/>
        <p:txBody>
          <a:bodyPr/>
          <a:lstStyle/>
          <a:p>
            <a:r>
              <a:rPr lang="en-US"/>
              <a:t>Introduction and Motivation </a:t>
            </a:r>
          </a:p>
        </p:txBody>
      </p:sp>
      <p:sp>
        <p:nvSpPr>
          <p:cNvPr id="5" name="Content Placeholder 2">
            <a:extLst>
              <a:ext uri="{FF2B5EF4-FFF2-40B4-BE49-F238E27FC236}">
                <a16:creationId xmlns:a16="http://schemas.microsoft.com/office/drawing/2014/main" id="{3F31E6DF-18F7-5140-E623-691A50DF163C}"/>
              </a:ext>
            </a:extLst>
          </p:cNvPr>
          <p:cNvSpPr txBox="1">
            <a:spLocks/>
          </p:cNvSpPr>
          <p:nvPr/>
        </p:nvSpPr>
        <p:spPr>
          <a:xfrm>
            <a:off x="626444" y="1476851"/>
            <a:ext cx="10976977" cy="4351338"/>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Wingdings" pitchFamily="2" charset="2"/>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Wingdings" pitchFamily="2" charset="2"/>
              <a:buChar char="§"/>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00050" indent="-285750" algn="just">
              <a:spcAft>
                <a:spcPts val="1200"/>
              </a:spcAft>
              <a:buClr>
                <a:schemeClr val="tx2"/>
              </a:buClr>
              <a:buFont typeface="Wingdings" panose="05000000000000000000" pitchFamily="2" charset="2"/>
              <a:buChar char="§"/>
            </a:pPr>
            <a:r>
              <a:rPr lang="en-US" sz="1700" dirty="0">
                <a:latin typeface="Open Sans" panose="020B0606030504020204" pitchFamily="34" charset="0"/>
                <a:ea typeface="Open Sans" panose="020B0606030504020204" pitchFamily="34" charset="0"/>
                <a:cs typeface="Open Sans" panose="020B0606030504020204" pitchFamily="34" charset="0"/>
              </a:rPr>
              <a:t>Software fairness refers to the ethical and unbiased treatment of individuals or groups by software systems.</a:t>
            </a:r>
          </a:p>
          <a:p>
            <a:pPr marL="400050" indent="-285750" algn="just">
              <a:spcAft>
                <a:spcPts val="1200"/>
              </a:spcAft>
              <a:buClr>
                <a:schemeClr val="tx2"/>
              </a:buClr>
              <a:buFont typeface="Wingdings" panose="05000000000000000000" pitchFamily="2" charset="2"/>
              <a:buChar char="§"/>
            </a:pPr>
            <a:r>
              <a:rPr lang="en-US" sz="1700" dirty="0">
                <a:latin typeface="Open Sans" panose="020B0606030504020204" pitchFamily="34" charset="0"/>
                <a:ea typeface="Open Sans" panose="020B0606030504020204" pitchFamily="34" charset="0"/>
                <a:cs typeface="Open Sans" panose="020B0606030504020204" pitchFamily="34" charset="0"/>
              </a:rPr>
              <a:t>As technology becomes increasingly integrated into various aspects of society, ensuring fairness in software is essential to mitigate biases, discrimination, and inequality.</a:t>
            </a:r>
          </a:p>
          <a:p>
            <a:pPr marL="400050" indent="-285750" algn="just">
              <a:spcAft>
                <a:spcPts val="1200"/>
              </a:spcAft>
              <a:buClr>
                <a:schemeClr val="tx2"/>
              </a:buClr>
              <a:buFont typeface="Wingdings" panose="05000000000000000000" pitchFamily="2" charset="2"/>
              <a:buChar char="§"/>
            </a:pPr>
            <a:r>
              <a:rPr lang="en-US" sz="1700" dirty="0">
                <a:latin typeface="Open Sans" panose="020B0606030504020204" pitchFamily="34" charset="0"/>
                <a:ea typeface="Open Sans" panose="020B0606030504020204" pitchFamily="34" charset="0"/>
                <a:cs typeface="Open Sans" panose="020B0606030504020204" pitchFamily="34" charset="0"/>
              </a:rPr>
              <a:t>Decision-making software refers to computer programs or systems designed to analyze information, evaluate options, and make choices, often aiming to support or automate decision-making processes across various domains.</a:t>
            </a:r>
          </a:p>
        </p:txBody>
      </p:sp>
      <p:pic>
        <p:nvPicPr>
          <p:cNvPr id="1030" name="Picture 6" descr="A screenshot of a computer&#10;&#10;Description automatically generated">
            <a:extLst>
              <a:ext uri="{FF2B5EF4-FFF2-40B4-BE49-F238E27FC236}">
                <a16:creationId xmlns:a16="http://schemas.microsoft.com/office/drawing/2014/main" id="{3ECB665B-293E-F2E0-F100-645F5F4930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255" y="3778689"/>
            <a:ext cx="3318374" cy="1768474"/>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 close-up of a sign&#10;&#10;Description automatically generated">
            <a:extLst>
              <a:ext uri="{FF2B5EF4-FFF2-40B4-BE49-F238E27FC236}">
                <a16:creationId xmlns:a16="http://schemas.microsoft.com/office/drawing/2014/main" id="{D28D7994-FE2F-42E8-C17B-29E57DF89E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9266" y="3778689"/>
            <a:ext cx="3006864" cy="17684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7">
            <a:extLst>
              <a:ext uri="{FF2B5EF4-FFF2-40B4-BE49-F238E27FC236}">
                <a16:creationId xmlns:a16="http://schemas.microsoft.com/office/drawing/2014/main" id="{E8970E93-EC90-14C3-C2CF-8E7F6F02C467}"/>
              </a:ext>
            </a:extLst>
          </p:cNvPr>
          <p:cNvSpPr txBox="1"/>
          <p:nvPr/>
        </p:nvSpPr>
        <p:spPr>
          <a:xfrm>
            <a:off x="2421413" y="5458857"/>
            <a:ext cx="210590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rgbClr val="C51926"/>
                </a:solidFill>
                <a:latin typeface="Open Sans" panose="020B0606030504020204" pitchFamily="34" charset="0"/>
                <a:ea typeface="Open Sans" panose="020B0606030504020204" pitchFamily="34" charset="0"/>
                <a:cs typeface="Open Sans" panose="020B0606030504020204" pitchFamily="34" charset="0"/>
              </a:rPr>
              <a:t>Google Translate </a:t>
            </a:r>
          </a:p>
        </p:txBody>
      </p:sp>
      <p:sp>
        <p:nvSpPr>
          <p:cNvPr id="4" name="TextBox 8">
            <a:extLst>
              <a:ext uri="{FF2B5EF4-FFF2-40B4-BE49-F238E27FC236}">
                <a16:creationId xmlns:a16="http://schemas.microsoft.com/office/drawing/2014/main" id="{4A1E09D5-724A-D217-8697-2BC8EE0FAC3A}"/>
              </a:ext>
            </a:extLst>
          </p:cNvPr>
          <p:cNvSpPr txBox="1"/>
          <p:nvPr/>
        </p:nvSpPr>
        <p:spPr>
          <a:xfrm>
            <a:off x="7454871" y="5585371"/>
            <a:ext cx="3495653"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C51926"/>
                </a:solidFill>
                <a:latin typeface="Open Sans" panose="020B0606030504020204" pitchFamily="34" charset="0"/>
                <a:ea typeface="Open Sans" panose="020B0606030504020204" pitchFamily="34" charset="0"/>
                <a:cs typeface="Open Sans" panose="020B0606030504020204" pitchFamily="34" charset="0"/>
              </a:rPr>
              <a:t>Amazon Recruiting Software</a:t>
            </a:r>
          </a:p>
        </p:txBody>
      </p:sp>
    </p:spTree>
    <p:extLst>
      <p:ext uri="{BB962C8B-B14F-4D97-AF65-F5344CB8AC3E}">
        <p14:creationId xmlns:p14="http://schemas.microsoft.com/office/powerpoint/2010/main" val="3332891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60295-A7DC-BB73-DA15-F6A13C8FAAF9}"/>
              </a:ext>
            </a:extLst>
          </p:cNvPr>
          <p:cNvSpPr>
            <a:spLocks noGrp="1"/>
          </p:cNvSpPr>
          <p:nvPr>
            <p:ph type="title"/>
          </p:nvPr>
        </p:nvSpPr>
        <p:spPr/>
        <p:txBody>
          <a:bodyPr/>
          <a:lstStyle/>
          <a:p>
            <a:r>
              <a:rPr lang="en-US"/>
              <a:t>State of the Art </a:t>
            </a:r>
          </a:p>
        </p:txBody>
      </p:sp>
      <p:grpSp>
        <p:nvGrpSpPr>
          <p:cNvPr id="36" name="Group 35">
            <a:extLst>
              <a:ext uri="{FF2B5EF4-FFF2-40B4-BE49-F238E27FC236}">
                <a16:creationId xmlns:a16="http://schemas.microsoft.com/office/drawing/2014/main" id="{72815164-EBAB-48DA-8234-7A92299F49D0}"/>
              </a:ext>
            </a:extLst>
          </p:cNvPr>
          <p:cNvGrpSpPr/>
          <p:nvPr/>
        </p:nvGrpSpPr>
        <p:grpSpPr>
          <a:xfrm>
            <a:off x="626444" y="864554"/>
            <a:ext cx="11183844" cy="4747073"/>
            <a:chOff x="1408176" y="810840"/>
            <a:chExt cx="11183844" cy="4747073"/>
          </a:xfrm>
        </p:grpSpPr>
        <p:grpSp>
          <p:nvGrpSpPr>
            <p:cNvPr id="50" name="Group 49">
              <a:extLst>
                <a:ext uri="{FF2B5EF4-FFF2-40B4-BE49-F238E27FC236}">
                  <a16:creationId xmlns:a16="http://schemas.microsoft.com/office/drawing/2014/main" id="{4DAA06C8-B830-45B2-B485-87610083843D}"/>
                </a:ext>
              </a:extLst>
            </p:cNvPr>
            <p:cNvGrpSpPr/>
            <p:nvPr/>
          </p:nvGrpSpPr>
          <p:grpSpPr>
            <a:xfrm>
              <a:off x="1408176" y="810840"/>
              <a:ext cx="10499427" cy="1561728"/>
              <a:chOff x="2083137" y="923964"/>
              <a:chExt cx="9871600" cy="1561728"/>
            </a:xfrm>
          </p:grpSpPr>
          <p:grpSp>
            <p:nvGrpSpPr>
              <p:cNvPr id="67" name="Group 66">
                <a:extLst>
                  <a:ext uri="{FF2B5EF4-FFF2-40B4-BE49-F238E27FC236}">
                    <a16:creationId xmlns:a16="http://schemas.microsoft.com/office/drawing/2014/main" id="{0903D958-393E-4391-B506-5D90CD25E24B}"/>
                  </a:ext>
                </a:extLst>
              </p:cNvPr>
              <p:cNvGrpSpPr/>
              <p:nvPr/>
            </p:nvGrpSpPr>
            <p:grpSpPr>
              <a:xfrm>
                <a:off x="2145827" y="1426013"/>
                <a:ext cx="9808910" cy="1059679"/>
                <a:chOff x="2144995" y="1162228"/>
                <a:chExt cx="9808910" cy="1059679"/>
              </a:xfrm>
            </p:grpSpPr>
            <p:graphicFrame>
              <p:nvGraphicFramePr>
                <p:cNvPr id="72" name="Diagram 71">
                  <a:extLst>
                    <a:ext uri="{FF2B5EF4-FFF2-40B4-BE49-F238E27FC236}">
                      <a16:creationId xmlns:a16="http://schemas.microsoft.com/office/drawing/2014/main" id="{A25647CB-A739-426D-801A-B67E6EE967E6}"/>
                    </a:ext>
                  </a:extLst>
                </p:cNvPr>
                <p:cNvGraphicFramePr/>
                <p:nvPr/>
              </p:nvGraphicFramePr>
              <p:xfrm>
                <a:off x="2144995" y="1162228"/>
                <a:ext cx="9808910" cy="10596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3" name="Rectangle 72">
                  <a:extLst>
                    <a:ext uri="{FF2B5EF4-FFF2-40B4-BE49-F238E27FC236}">
                      <a16:creationId xmlns:a16="http://schemas.microsoft.com/office/drawing/2014/main" id="{C6984DE1-C4E1-4079-9DC8-C3674F36182F}"/>
                    </a:ext>
                  </a:extLst>
                </p:cNvPr>
                <p:cNvSpPr/>
                <p:nvPr/>
              </p:nvSpPr>
              <p:spPr>
                <a:xfrm>
                  <a:off x="9982200" y="1429987"/>
                  <a:ext cx="1971705"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System Testing and Verification </a:t>
                  </a:r>
                </a:p>
              </p:txBody>
            </p:sp>
            <p:sp>
              <p:nvSpPr>
                <p:cNvPr id="74" name="Rectangle 73">
                  <a:extLst>
                    <a:ext uri="{FF2B5EF4-FFF2-40B4-BE49-F238E27FC236}">
                      <a16:creationId xmlns:a16="http://schemas.microsoft.com/office/drawing/2014/main" id="{539763C1-1D51-4EE9-8B29-AE4D77CC5482}"/>
                    </a:ext>
                  </a:extLst>
                </p:cNvPr>
                <p:cNvSpPr/>
                <p:nvPr/>
              </p:nvSpPr>
              <p:spPr>
                <a:xfrm>
                  <a:off x="8741678" y="1447082"/>
                  <a:ext cx="806118"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US" sz="1400" b="1">
                      <a:solidFill>
                        <a:schemeClr val="bg1"/>
                      </a:solidFill>
                      <a:latin typeface="Arial" panose="020B0604020202020204" pitchFamily="34" charset="0"/>
                      <a:cs typeface="Arial" panose="020B0604020202020204" pitchFamily="34" charset="0"/>
                    </a:rPr>
                    <a:t>Unit </a:t>
                  </a:r>
                </a:p>
                <a:p>
                  <a:pPr lvl="0" algn="ctr"/>
                  <a:r>
                    <a:rPr lang="en-US" sz="1400" b="1">
                      <a:solidFill>
                        <a:schemeClr val="bg1"/>
                      </a:solidFill>
                      <a:latin typeface="Arial" panose="020B0604020202020204" pitchFamily="34" charset="0"/>
                      <a:cs typeface="Arial" panose="020B0604020202020204" pitchFamily="34" charset="0"/>
                    </a:rPr>
                    <a:t>Testing</a:t>
                  </a:r>
                </a:p>
              </p:txBody>
            </p:sp>
            <p:sp>
              <p:nvSpPr>
                <p:cNvPr id="75" name="Rectangle 74">
                  <a:extLst>
                    <a:ext uri="{FF2B5EF4-FFF2-40B4-BE49-F238E27FC236}">
                      <a16:creationId xmlns:a16="http://schemas.microsoft.com/office/drawing/2014/main" id="{5C9D410E-EC7F-4431-8C47-83344A296F65}"/>
                    </a:ext>
                  </a:extLst>
                </p:cNvPr>
                <p:cNvSpPr/>
                <p:nvPr/>
              </p:nvSpPr>
              <p:spPr>
                <a:xfrm>
                  <a:off x="6948999" y="1537710"/>
                  <a:ext cx="1507144"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Implementation</a:t>
                  </a:r>
                </a:p>
              </p:txBody>
            </p:sp>
            <p:sp>
              <p:nvSpPr>
                <p:cNvPr id="76" name="Rectangle 75">
                  <a:extLst>
                    <a:ext uri="{FF2B5EF4-FFF2-40B4-BE49-F238E27FC236}">
                      <a16:creationId xmlns:a16="http://schemas.microsoft.com/office/drawing/2014/main" id="{60D888DD-796B-45FE-981B-9AFBA9EBCD1D}"/>
                    </a:ext>
                  </a:extLst>
                </p:cNvPr>
                <p:cNvSpPr/>
                <p:nvPr/>
              </p:nvSpPr>
              <p:spPr>
                <a:xfrm>
                  <a:off x="5681867" y="1447082"/>
                  <a:ext cx="859531"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Module </a:t>
                  </a:r>
                </a:p>
                <a:p>
                  <a:pPr lvl="0"/>
                  <a:r>
                    <a:rPr lang="en-US" sz="1400" b="1">
                      <a:solidFill>
                        <a:schemeClr val="bg1"/>
                      </a:solidFill>
                      <a:latin typeface="Arial" panose="020B0604020202020204" pitchFamily="34" charset="0"/>
                      <a:cs typeface="Arial" panose="020B0604020202020204" pitchFamily="34" charset="0"/>
                    </a:rPr>
                    <a:t>Design</a:t>
                  </a:r>
                </a:p>
              </p:txBody>
            </p:sp>
            <p:sp>
              <p:nvSpPr>
                <p:cNvPr id="77" name="Rectangle 76">
                  <a:extLst>
                    <a:ext uri="{FF2B5EF4-FFF2-40B4-BE49-F238E27FC236}">
                      <a16:creationId xmlns:a16="http://schemas.microsoft.com/office/drawing/2014/main" id="{12766244-3BF7-4B57-8B09-B76364D68EEC}"/>
                    </a:ext>
                  </a:extLst>
                </p:cNvPr>
                <p:cNvSpPr/>
                <p:nvPr/>
              </p:nvSpPr>
              <p:spPr>
                <a:xfrm>
                  <a:off x="4209813" y="1451853"/>
                  <a:ext cx="872355"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System </a:t>
                  </a:r>
                </a:p>
                <a:p>
                  <a:pPr lvl="0"/>
                  <a:r>
                    <a:rPr lang="en-US" sz="1400" b="1">
                      <a:solidFill>
                        <a:schemeClr val="bg1"/>
                      </a:solidFill>
                      <a:latin typeface="Arial" panose="020B0604020202020204" pitchFamily="34" charset="0"/>
                      <a:cs typeface="Arial" panose="020B0604020202020204" pitchFamily="34" charset="0"/>
                    </a:rPr>
                    <a:t>Design</a:t>
                  </a:r>
                </a:p>
              </p:txBody>
            </p:sp>
            <p:sp>
              <p:nvSpPr>
                <p:cNvPr id="78" name="Rectangle 77">
                  <a:extLst>
                    <a:ext uri="{FF2B5EF4-FFF2-40B4-BE49-F238E27FC236}">
                      <a16:creationId xmlns:a16="http://schemas.microsoft.com/office/drawing/2014/main" id="{63CA21D8-A428-4E59-A2CB-5A989FF66A0E}"/>
                    </a:ext>
                  </a:extLst>
                </p:cNvPr>
                <p:cNvSpPr/>
                <p:nvPr/>
              </p:nvSpPr>
              <p:spPr>
                <a:xfrm>
                  <a:off x="2416352" y="1447082"/>
                  <a:ext cx="1428596" cy="52322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bg1"/>
                      </a:solidFill>
                      <a:latin typeface="Arial" panose="020B0604020202020204" pitchFamily="34" charset="0"/>
                      <a:cs typeface="Arial" panose="020B0604020202020204" pitchFamily="34" charset="0"/>
                    </a:rPr>
                    <a:t>Requirements </a:t>
                  </a:r>
                </a:p>
                <a:p>
                  <a:pPr lvl="0"/>
                  <a:r>
                    <a:rPr lang="en-US" sz="1400" b="1">
                      <a:solidFill>
                        <a:schemeClr val="bg1"/>
                      </a:solidFill>
                      <a:latin typeface="Arial" panose="020B0604020202020204" pitchFamily="34" charset="0"/>
                      <a:cs typeface="Arial" panose="020B0604020202020204" pitchFamily="34" charset="0"/>
                    </a:rPr>
                    <a:t>Engineering</a:t>
                  </a:r>
                </a:p>
              </p:txBody>
            </p:sp>
          </p:grpSp>
          <p:sp>
            <p:nvSpPr>
              <p:cNvPr id="68" name="Left Brace 67">
                <a:extLst>
                  <a:ext uri="{FF2B5EF4-FFF2-40B4-BE49-F238E27FC236}">
                    <a16:creationId xmlns:a16="http://schemas.microsoft.com/office/drawing/2014/main" id="{34B2708A-6124-43B6-99BB-E5EBCD0A7C85}"/>
                  </a:ext>
                </a:extLst>
              </p:cNvPr>
              <p:cNvSpPr/>
              <p:nvPr/>
            </p:nvSpPr>
            <p:spPr>
              <a:xfrm rot="5400000">
                <a:off x="4195436" y="-809561"/>
                <a:ext cx="332131" cy="4556730"/>
              </a:xfrm>
              <a:prstGeom prst="leftBrace">
                <a:avLst/>
              </a:prstGeom>
              <a:ln>
                <a:solidFill>
                  <a:schemeClr val="accent1">
                    <a:lumMod val="50000"/>
                  </a:schemeClr>
                </a:solidFill>
              </a:ln>
            </p:spPr>
            <p:style>
              <a:lnRef idx="3">
                <a:schemeClr val="accent1"/>
              </a:lnRef>
              <a:fillRef idx="0">
                <a:schemeClr val="accent1"/>
              </a:fillRef>
              <a:effectRef idx="2">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EF6839B4-95CB-4D6D-9631-936AE449F4D0}"/>
                  </a:ext>
                </a:extLst>
              </p:cNvPr>
              <p:cNvSpPr/>
              <p:nvPr/>
            </p:nvSpPr>
            <p:spPr>
              <a:xfrm>
                <a:off x="3716933" y="923964"/>
                <a:ext cx="1289135"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accent1">
                        <a:lumMod val="50000"/>
                      </a:schemeClr>
                    </a:solidFill>
                    <a:latin typeface="Arial" panose="020B0604020202020204" pitchFamily="34" charset="0"/>
                    <a:cs typeface="Arial" panose="020B0604020202020204" pitchFamily="34" charset="0"/>
                  </a:rPr>
                  <a:t>Early phases</a:t>
                </a:r>
              </a:p>
            </p:txBody>
          </p:sp>
          <p:sp>
            <p:nvSpPr>
              <p:cNvPr id="70" name="Left Brace 69">
                <a:extLst>
                  <a:ext uri="{FF2B5EF4-FFF2-40B4-BE49-F238E27FC236}">
                    <a16:creationId xmlns:a16="http://schemas.microsoft.com/office/drawing/2014/main" id="{D9247897-3E3C-4EDC-80F0-7E950293785D}"/>
                  </a:ext>
                </a:extLst>
              </p:cNvPr>
              <p:cNvSpPr/>
              <p:nvPr/>
            </p:nvSpPr>
            <p:spPr>
              <a:xfrm rot="5400000">
                <a:off x="9086395" y="-1066482"/>
                <a:ext cx="332131" cy="5099802"/>
              </a:xfrm>
              <a:prstGeom prst="leftBrace">
                <a:avLst/>
              </a:prstGeom>
              <a:ln>
                <a:solidFill>
                  <a:schemeClr val="accent1">
                    <a:lumMod val="50000"/>
                  </a:schemeClr>
                </a:solidFill>
              </a:ln>
            </p:spPr>
            <p:style>
              <a:lnRef idx="3">
                <a:schemeClr val="accent1"/>
              </a:lnRef>
              <a:fillRef idx="0">
                <a:schemeClr val="accent1"/>
              </a:fillRef>
              <a:effectRef idx="2">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71" name="Rectangle 70">
                <a:extLst>
                  <a:ext uri="{FF2B5EF4-FFF2-40B4-BE49-F238E27FC236}">
                    <a16:creationId xmlns:a16="http://schemas.microsoft.com/office/drawing/2014/main" id="{700BD39F-E901-4A4C-B8AB-96F748801470}"/>
                  </a:ext>
                </a:extLst>
              </p:cNvPr>
              <p:cNvSpPr/>
              <p:nvPr/>
            </p:nvSpPr>
            <p:spPr>
              <a:xfrm>
                <a:off x="8604717" y="947938"/>
                <a:ext cx="1287532" cy="307777"/>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1400" b="1">
                    <a:solidFill>
                      <a:schemeClr val="accent1">
                        <a:lumMod val="50000"/>
                      </a:schemeClr>
                    </a:solidFill>
                    <a:latin typeface="Arial" panose="020B0604020202020204" pitchFamily="34" charset="0"/>
                    <a:cs typeface="Arial" panose="020B0604020202020204" pitchFamily="34" charset="0"/>
                  </a:rPr>
                  <a:t>Later phases</a:t>
                </a:r>
              </a:p>
            </p:txBody>
          </p:sp>
        </p:grpSp>
        <p:cxnSp>
          <p:nvCxnSpPr>
            <p:cNvPr id="51" name="Straight Connector 50">
              <a:extLst>
                <a:ext uri="{FF2B5EF4-FFF2-40B4-BE49-F238E27FC236}">
                  <a16:creationId xmlns:a16="http://schemas.microsoft.com/office/drawing/2014/main" id="{1384EBA8-DFA5-4B5B-B345-8097BC3EF112}"/>
                </a:ext>
              </a:extLst>
            </p:cNvPr>
            <p:cNvCxnSpPr>
              <a:cxnSpLocks/>
            </p:cNvCxnSpPr>
            <p:nvPr/>
          </p:nvCxnSpPr>
          <p:spPr>
            <a:xfrm>
              <a:off x="1474853" y="3115789"/>
              <a:ext cx="10344395" cy="0"/>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6DE4C57-DA02-479E-B271-929F7F34200A}"/>
                </a:ext>
              </a:extLst>
            </p:cNvPr>
            <p:cNvCxnSpPr>
              <a:cxnSpLocks/>
            </p:cNvCxnSpPr>
            <p:nvPr/>
          </p:nvCxnSpPr>
          <p:spPr>
            <a:xfrm flipV="1">
              <a:off x="1519030" y="4042688"/>
              <a:ext cx="10344395" cy="12028"/>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3644F-91F9-4A4E-904B-0D35BAD505AF}"/>
                </a:ext>
              </a:extLst>
            </p:cNvPr>
            <p:cNvCxnSpPr>
              <a:cxnSpLocks/>
            </p:cNvCxnSpPr>
            <p:nvPr/>
          </p:nvCxnSpPr>
          <p:spPr>
            <a:xfrm flipH="1">
              <a:off x="4624713" y="2241755"/>
              <a:ext cx="23357" cy="1811977"/>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23A99D-B4D2-45D8-94CD-02763025F218}"/>
                </a:ext>
              </a:extLst>
            </p:cNvPr>
            <p:cNvCxnSpPr>
              <a:cxnSpLocks/>
            </p:cNvCxnSpPr>
            <p:nvPr/>
          </p:nvCxnSpPr>
          <p:spPr>
            <a:xfrm>
              <a:off x="8125680" y="3147743"/>
              <a:ext cx="0" cy="1752781"/>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49B4E68-7795-4FEC-B709-71AD6BFA1679}"/>
                </a:ext>
              </a:extLst>
            </p:cNvPr>
            <p:cNvSpPr/>
            <p:nvPr/>
          </p:nvSpPr>
          <p:spPr>
            <a:xfrm>
              <a:off x="4935911" y="3240392"/>
              <a:ext cx="3055679"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Mitigating discrimination</a:t>
              </a:r>
              <a:endParaRPr lang="en-US" sz="1400"/>
            </a:p>
          </p:txBody>
        </p:sp>
        <p:sp>
          <p:nvSpPr>
            <p:cNvPr id="56" name="Rectangle 55">
              <a:extLst>
                <a:ext uri="{FF2B5EF4-FFF2-40B4-BE49-F238E27FC236}">
                  <a16:creationId xmlns:a16="http://schemas.microsoft.com/office/drawing/2014/main" id="{CC718A15-91A0-4116-BDED-838213C2521F}"/>
                </a:ext>
              </a:extLst>
            </p:cNvPr>
            <p:cNvSpPr/>
            <p:nvPr/>
          </p:nvSpPr>
          <p:spPr>
            <a:xfrm>
              <a:off x="4902039" y="2436204"/>
              <a:ext cx="3055679"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Detecting discrimination</a:t>
              </a:r>
              <a:endParaRPr lang="en-US" sz="1400"/>
            </a:p>
          </p:txBody>
        </p:sp>
        <p:cxnSp>
          <p:nvCxnSpPr>
            <p:cNvPr id="57" name="Straight Connector 56">
              <a:extLst>
                <a:ext uri="{FF2B5EF4-FFF2-40B4-BE49-F238E27FC236}">
                  <a16:creationId xmlns:a16="http://schemas.microsoft.com/office/drawing/2014/main" id="{FCA9B8C8-9CA8-43D8-9AE5-6C5052028B8A}"/>
                </a:ext>
              </a:extLst>
            </p:cNvPr>
            <p:cNvCxnSpPr>
              <a:cxnSpLocks/>
            </p:cNvCxnSpPr>
            <p:nvPr/>
          </p:nvCxnSpPr>
          <p:spPr>
            <a:xfrm flipV="1">
              <a:off x="1492964" y="4900524"/>
              <a:ext cx="10308171" cy="15963"/>
            </a:xfrm>
            <a:prstGeom prst="line">
              <a:avLst/>
            </a:prstGeom>
            <a:ln w="28575">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610DE542-8E53-45FE-9726-C2CF2ADD182C}"/>
                </a:ext>
              </a:extLst>
            </p:cNvPr>
            <p:cNvSpPr/>
            <p:nvPr/>
          </p:nvSpPr>
          <p:spPr>
            <a:xfrm>
              <a:off x="7736892" y="4149168"/>
              <a:ext cx="4855128"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Explaining algorithmic decisions</a:t>
              </a:r>
              <a:endParaRPr lang="en-US" sz="1400"/>
            </a:p>
          </p:txBody>
        </p:sp>
        <p:sp>
          <p:nvSpPr>
            <p:cNvPr id="59" name="Flowchart: Multidocument 58">
              <a:extLst>
                <a:ext uri="{FF2B5EF4-FFF2-40B4-BE49-F238E27FC236}">
                  <a16:creationId xmlns:a16="http://schemas.microsoft.com/office/drawing/2014/main" id="{0EC84196-CC22-43BC-90D9-001BF95061C0}"/>
                </a:ext>
              </a:extLst>
            </p:cNvPr>
            <p:cNvSpPr/>
            <p:nvPr/>
          </p:nvSpPr>
          <p:spPr>
            <a:xfrm>
              <a:off x="4791185" y="2388452"/>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sp>
          <p:nvSpPr>
            <p:cNvPr id="60" name="Flowchart: Multidocument 59">
              <a:extLst>
                <a:ext uri="{FF2B5EF4-FFF2-40B4-BE49-F238E27FC236}">
                  <a16:creationId xmlns:a16="http://schemas.microsoft.com/office/drawing/2014/main" id="{55B2500D-FAFF-42BA-9E86-79461662B324}"/>
                </a:ext>
              </a:extLst>
            </p:cNvPr>
            <p:cNvSpPr/>
            <p:nvPr/>
          </p:nvSpPr>
          <p:spPr>
            <a:xfrm>
              <a:off x="4788601" y="3227513"/>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sp>
          <p:nvSpPr>
            <p:cNvPr id="61" name="Flowchart: Multidocument 60">
              <a:extLst>
                <a:ext uri="{FF2B5EF4-FFF2-40B4-BE49-F238E27FC236}">
                  <a16:creationId xmlns:a16="http://schemas.microsoft.com/office/drawing/2014/main" id="{A90C0D8B-0E63-4A88-8482-DF4449CF4C62}"/>
                </a:ext>
              </a:extLst>
            </p:cNvPr>
            <p:cNvSpPr/>
            <p:nvPr/>
          </p:nvSpPr>
          <p:spPr>
            <a:xfrm>
              <a:off x="8205532" y="4116719"/>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accent1">
                    <a:lumMod val="50000"/>
                  </a:schemeClr>
                </a:solidFill>
                <a:latin typeface="Arial" panose="020B0604020202020204" pitchFamily="34" charset="0"/>
                <a:cs typeface="Arial" panose="020B0604020202020204" pitchFamily="34" charset="0"/>
              </a:endParaRPr>
            </a:p>
          </p:txBody>
        </p:sp>
        <p:sp>
          <p:nvSpPr>
            <p:cNvPr id="62" name="Rectangle 61">
              <a:extLst>
                <a:ext uri="{FF2B5EF4-FFF2-40B4-BE49-F238E27FC236}">
                  <a16:creationId xmlns:a16="http://schemas.microsoft.com/office/drawing/2014/main" id="{666977D5-A9F3-4A33-8BAE-5273ACAAA1BE}"/>
                </a:ext>
              </a:extLst>
            </p:cNvPr>
            <p:cNvSpPr/>
            <p:nvPr/>
          </p:nvSpPr>
          <p:spPr>
            <a:xfrm>
              <a:off x="4011710" y="5087973"/>
              <a:ext cx="3055679"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a:solidFill>
                    <a:schemeClr val="accent1">
                      <a:lumMod val="50000"/>
                    </a:schemeClr>
                  </a:solidFill>
                  <a:latin typeface="Arial" panose="020B0604020202020204" pitchFamily="34" charset="0"/>
                  <a:cs typeface="Arial" panose="020B0604020202020204" pitchFamily="34" charset="0"/>
                </a:rPr>
                <a:t>Understanding</a:t>
              </a:r>
              <a:r>
                <a:rPr lang="en-US" b="1">
                  <a:solidFill>
                    <a:schemeClr val="accent1">
                      <a:lumMod val="50000"/>
                    </a:schemeClr>
                  </a:solidFill>
                  <a:latin typeface="Arial" panose="020B0604020202020204" pitchFamily="34" charset="0"/>
                  <a:cs typeface="Arial" panose="020B0604020202020204" pitchFamily="34" charset="0"/>
                </a:rPr>
                <a:t> </a:t>
              </a:r>
              <a:r>
                <a:rPr lang="en-US" sz="1400" b="1">
                  <a:solidFill>
                    <a:schemeClr val="accent1">
                      <a:lumMod val="50000"/>
                    </a:schemeClr>
                  </a:solidFill>
                  <a:latin typeface="Arial" panose="020B0604020202020204" pitchFamily="34" charset="0"/>
                  <a:cs typeface="Arial" panose="020B0604020202020204" pitchFamily="34" charset="0"/>
                </a:rPr>
                <a:t>fairness</a:t>
              </a:r>
              <a:endParaRPr lang="en-US"/>
            </a:p>
          </p:txBody>
        </p:sp>
        <p:sp>
          <p:nvSpPr>
            <p:cNvPr id="63" name="Flowchart: Multidocument 62">
              <a:extLst>
                <a:ext uri="{FF2B5EF4-FFF2-40B4-BE49-F238E27FC236}">
                  <a16:creationId xmlns:a16="http://schemas.microsoft.com/office/drawing/2014/main" id="{B69BD33A-4101-4407-BB7C-1898FD94939B}"/>
                </a:ext>
              </a:extLst>
            </p:cNvPr>
            <p:cNvSpPr/>
            <p:nvPr/>
          </p:nvSpPr>
          <p:spPr>
            <a:xfrm>
              <a:off x="3820435" y="5145555"/>
              <a:ext cx="501101" cy="412358"/>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b="1">
                <a:solidFill>
                  <a:schemeClr val="accent1">
                    <a:lumMod val="50000"/>
                  </a:schemeClr>
                </a:solidFill>
                <a:latin typeface="Arial" panose="020B0604020202020204" pitchFamily="34" charset="0"/>
                <a:cs typeface="Arial" panose="020B0604020202020204" pitchFamily="34" charset="0"/>
              </a:endParaRPr>
            </a:p>
          </p:txBody>
        </p:sp>
        <p:cxnSp>
          <p:nvCxnSpPr>
            <p:cNvPr id="64" name="Connector: Curved 63">
              <a:extLst>
                <a:ext uri="{FF2B5EF4-FFF2-40B4-BE49-F238E27FC236}">
                  <a16:creationId xmlns:a16="http://schemas.microsoft.com/office/drawing/2014/main" id="{1471C900-3EF5-4930-A46F-B93198330BCA}"/>
                </a:ext>
              </a:extLst>
            </p:cNvPr>
            <p:cNvCxnSpPr>
              <a:stCxn id="59" idx="1"/>
              <a:endCxn id="63" idx="0"/>
            </p:cNvCxnSpPr>
            <p:nvPr/>
          </p:nvCxnSpPr>
          <p:spPr>
            <a:xfrm rot="10800000" flipV="1">
              <a:off x="4105459" y="2594631"/>
              <a:ext cx="685726" cy="2550924"/>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cxnSp>
          <p:nvCxnSpPr>
            <p:cNvPr id="65" name="Connector: Curved 64">
              <a:extLst>
                <a:ext uri="{FF2B5EF4-FFF2-40B4-BE49-F238E27FC236}">
                  <a16:creationId xmlns:a16="http://schemas.microsoft.com/office/drawing/2014/main" id="{396A2633-8AC2-4229-B687-25A456EBA7F4}"/>
                </a:ext>
              </a:extLst>
            </p:cNvPr>
            <p:cNvCxnSpPr>
              <a:cxnSpLocks/>
              <a:stCxn id="60" idx="1"/>
              <a:endCxn id="63" idx="0"/>
            </p:cNvCxnSpPr>
            <p:nvPr/>
          </p:nvCxnSpPr>
          <p:spPr>
            <a:xfrm rot="10800000" flipV="1">
              <a:off x="4105459" y="3433691"/>
              <a:ext cx="683142" cy="1711863"/>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cxnSp>
          <p:nvCxnSpPr>
            <p:cNvPr id="66" name="Connector: Curved 65">
              <a:extLst>
                <a:ext uri="{FF2B5EF4-FFF2-40B4-BE49-F238E27FC236}">
                  <a16:creationId xmlns:a16="http://schemas.microsoft.com/office/drawing/2014/main" id="{B54DA094-ECDD-40AB-8556-D7A8FA661D22}"/>
                </a:ext>
              </a:extLst>
            </p:cNvPr>
            <p:cNvCxnSpPr>
              <a:cxnSpLocks/>
              <a:stCxn id="61" idx="1"/>
              <a:endCxn id="63" idx="0"/>
            </p:cNvCxnSpPr>
            <p:nvPr/>
          </p:nvCxnSpPr>
          <p:spPr>
            <a:xfrm rot="10800000" flipV="1">
              <a:off x="4105460" y="4322897"/>
              <a:ext cx="4100073" cy="822657"/>
            </a:xfrm>
            <a:prstGeom prst="curvedConnector2">
              <a:avLst/>
            </a:prstGeom>
            <a:ln w="22225">
              <a:prstDash val="dash"/>
              <a:tailEnd type="arrow"/>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1308B422-0F38-49B5-A6A4-B15BF7C299B1}"/>
              </a:ext>
            </a:extLst>
          </p:cNvPr>
          <p:cNvGrpSpPr/>
          <p:nvPr/>
        </p:nvGrpSpPr>
        <p:grpSpPr>
          <a:xfrm>
            <a:off x="4334207" y="5562020"/>
            <a:ext cx="7181387" cy="483057"/>
            <a:chOff x="2003633" y="5805510"/>
            <a:chExt cx="7181387" cy="483057"/>
          </a:xfrm>
        </p:grpSpPr>
        <p:sp>
          <p:nvSpPr>
            <p:cNvPr id="42" name="Rectangle 41">
              <a:extLst>
                <a:ext uri="{FF2B5EF4-FFF2-40B4-BE49-F238E27FC236}">
                  <a16:creationId xmlns:a16="http://schemas.microsoft.com/office/drawing/2014/main" id="{C551DBF0-E90F-412C-A284-BEF208FC51CB}"/>
                </a:ext>
              </a:extLst>
            </p:cNvPr>
            <p:cNvSpPr/>
            <p:nvPr/>
          </p:nvSpPr>
          <p:spPr>
            <a:xfrm>
              <a:off x="2003633" y="5805510"/>
              <a:ext cx="7181387" cy="483057"/>
            </a:xfrm>
            <a:prstGeom prst="rect">
              <a:avLst/>
            </a:prstGeom>
            <a:noFill/>
            <a:ln w="22225">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3" name="Flowchart: Multidocument 42">
              <a:extLst>
                <a:ext uri="{FF2B5EF4-FFF2-40B4-BE49-F238E27FC236}">
                  <a16:creationId xmlns:a16="http://schemas.microsoft.com/office/drawing/2014/main" id="{B9B75A8D-4049-4716-A313-72718E0A499B}"/>
                </a:ext>
              </a:extLst>
            </p:cNvPr>
            <p:cNvSpPr/>
            <p:nvPr/>
          </p:nvSpPr>
          <p:spPr>
            <a:xfrm>
              <a:off x="4504696" y="5887605"/>
              <a:ext cx="418760" cy="338554"/>
            </a:xfrm>
            <a:prstGeom prst="flowChartMultidocumen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accent1">
                    <a:lumMod val="50000"/>
                  </a:schemeClr>
                </a:solidFill>
              </a:endParaRPr>
            </a:p>
          </p:txBody>
        </p:sp>
        <p:sp>
          <p:nvSpPr>
            <p:cNvPr id="44" name="Rectangle 43">
              <a:extLst>
                <a:ext uri="{FF2B5EF4-FFF2-40B4-BE49-F238E27FC236}">
                  <a16:creationId xmlns:a16="http://schemas.microsoft.com/office/drawing/2014/main" id="{E2B27AA1-90B3-491F-A29A-8885AF37D7A1}"/>
                </a:ext>
              </a:extLst>
            </p:cNvPr>
            <p:cNvSpPr/>
            <p:nvPr/>
          </p:nvSpPr>
          <p:spPr>
            <a:xfrm>
              <a:off x="4776425" y="5899861"/>
              <a:ext cx="1178454"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Literature</a:t>
              </a:r>
              <a:endParaRPr lang="en-US" sz="1600"/>
            </a:p>
          </p:txBody>
        </p:sp>
        <p:sp>
          <p:nvSpPr>
            <p:cNvPr id="45" name="Rectangle 44">
              <a:extLst>
                <a:ext uri="{FF2B5EF4-FFF2-40B4-BE49-F238E27FC236}">
                  <a16:creationId xmlns:a16="http://schemas.microsoft.com/office/drawing/2014/main" id="{4141F8EF-47A1-4FAE-84D4-E8CB680157DC}"/>
                </a:ext>
              </a:extLst>
            </p:cNvPr>
            <p:cNvSpPr/>
            <p:nvPr/>
          </p:nvSpPr>
          <p:spPr>
            <a:xfrm>
              <a:off x="6196862" y="5911629"/>
              <a:ext cx="1178453"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Support</a:t>
              </a:r>
              <a:endParaRPr lang="en-US"/>
            </a:p>
          </p:txBody>
        </p:sp>
        <p:cxnSp>
          <p:nvCxnSpPr>
            <p:cNvPr id="46" name="Connector: Curved 45">
              <a:extLst>
                <a:ext uri="{FF2B5EF4-FFF2-40B4-BE49-F238E27FC236}">
                  <a16:creationId xmlns:a16="http://schemas.microsoft.com/office/drawing/2014/main" id="{8A640B32-C944-481E-9BBA-1BA8BD28DB05}"/>
                </a:ext>
              </a:extLst>
            </p:cNvPr>
            <p:cNvCxnSpPr>
              <a:cxnSpLocks/>
            </p:cNvCxnSpPr>
            <p:nvPr/>
          </p:nvCxnSpPr>
          <p:spPr>
            <a:xfrm>
              <a:off x="7318840" y="6053751"/>
              <a:ext cx="457099" cy="3131"/>
            </a:xfrm>
            <a:prstGeom prst="curvedConnector3">
              <a:avLst>
                <a:gd name="adj1" fmla="val 50000"/>
              </a:avLst>
            </a:prstGeom>
            <a:ln w="22225">
              <a:prstDash val="dash"/>
              <a:tailEnd type="arrow"/>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117FE05-A314-4595-8468-56B8EC7EDB6F}"/>
                </a:ext>
              </a:extLst>
            </p:cNvPr>
            <p:cNvSpPr/>
            <p:nvPr/>
          </p:nvSpPr>
          <p:spPr>
            <a:xfrm>
              <a:off x="7664785" y="5908538"/>
              <a:ext cx="1451868"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 Benefits  from</a:t>
              </a:r>
              <a:endParaRPr lang="en-US" sz="1400"/>
            </a:p>
          </p:txBody>
        </p:sp>
        <p:sp>
          <p:nvSpPr>
            <p:cNvPr id="48" name="Arrow: Chevron 47">
              <a:extLst>
                <a:ext uri="{FF2B5EF4-FFF2-40B4-BE49-F238E27FC236}">
                  <a16:creationId xmlns:a16="http://schemas.microsoft.com/office/drawing/2014/main" id="{3C6DB683-3366-4B68-897D-69DDC82EA6F6}"/>
                </a:ext>
              </a:extLst>
            </p:cNvPr>
            <p:cNvSpPr/>
            <p:nvPr/>
          </p:nvSpPr>
          <p:spPr>
            <a:xfrm>
              <a:off x="2186208" y="5929781"/>
              <a:ext cx="620947" cy="276999"/>
            </a:xfrm>
            <a:prstGeom prst="chevron">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49" name="Rectangle 48">
              <a:extLst>
                <a:ext uri="{FF2B5EF4-FFF2-40B4-BE49-F238E27FC236}">
                  <a16:creationId xmlns:a16="http://schemas.microsoft.com/office/drawing/2014/main" id="{EAD85F1E-0CF2-44ED-A8D4-3128335F80DA}"/>
                </a:ext>
              </a:extLst>
            </p:cNvPr>
            <p:cNvSpPr/>
            <p:nvPr/>
          </p:nvSpPr>
          <p:spPr>
            <a:xfrm>
              <a:off x="2621366" y="5899861"/>
              <a:ext cx="2098373"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b="1">
                  <a:solidFill>
                    <a:schemeClr val="accent1">
                      <a:lumMod val="50000"/>
                    </a:schemeClr>
                  </a:solidFill>
                  <a:latin typeface="Arial" panose="020B0604020202020204" pitchFamily="34" charset="0"/>
                  <a:cs typeface="Arial" panose="020B0604020202020204" pitchFamily="34" charset="0"/>
                </a:rPr>
                <a:t>Development phase</a:t>
              </a:r>
              <a:endParaRPr lang="en-US" sz="1600"/>
            </a:p>
          </p:txBody>
        </p:sp>
      </p:grpSp>
      <p:sp>
        <p:nvSpPr>
          <p:cNvPr id="38" name="Arrow: Left-Right 37">
            <a:extLst>
              <a:ext uri="{FF2B5EF4-FFF2-40B4-BE49-F238E27FC236}">
                <a16:creationId xmlns:a16="http://schemas.microsoft.com/office/drawing/2014/main" id="{93CD1916-0DDC-4FFD-AC07-BC36093324BC}"/>
              </a:ext>
            </a:extLst>
          </p:cNvPr>
          <p:cNvSpPr/>
          <p:nvPr/>
        </p:nvSpPr>
        <p:spPr>
          <a:xfrm>
            <a:off x="3953835" y="2901064"/>
            <a:ext cx="6939930" cy="23079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Arrow: Left-Right 38">
            <a:extLst>
              <a:ext uri="{FF2B5EF4-FFF2-40B4-BE49-F238E27FC236}">
                <a16:creationId xmlns:a16="http://schemas.microsoft.com/office/drawing/2014/main" id="{B1710023-DA6B-4C45-A793-7BC908166212}"/>
              </a:ext>
            </a:extLst>
          </p:cNvPr>
          <p:cNvSpPr/>
          <p:nvPr/>
        </p:nvSpPr>
        <p:spPr>
          <a:xfrm>
            <a:off x="3912514" y="3776658"/>
            <a:ext cx="3364389" cy="24620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Arrow: Left-Right 39">
            <a:extLst>
              <a:ext uri="{FF2B5EF4-FFF2-40B4-BE49-F238E27FC236}">
                <a16:creationId xmlns:a16="http://schemas.microsoft.com/office/drawing/2014/main" id="{8AE200AB-A168-4131-9D3F-BE11DBA26935}"/>
              </a:ext>
            </a:extLst>
          </p:cNvPr>
          <p:cNvSpPr/>
          <p:nvPr/>
        </p:nvSpPr>
        <p:spPr>
          <a:xfrm>
            <a:off x="7423800" y="4630473"/>
            <a:ext cx="3491055" cy="24383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Arrow: Left-Right 40">
            <a:extLst>
              <a:ext uri="{FF2B5EF4-FFF2-40B4-BE49-F238E27FC236}">
                <a16:creationId xmlns:a16="http://schemas.microsoft.com/office/drawing/2014/main" id="{11A2C338-0D55-433B-9B30-45141587E52B}"/>
              </a:ext>
            </a:extLst>
          </p:cNvPr>
          <p:cNvSpPr/>
          <p:nvPr/>
        </p:nvSpPr>
        <p:spPr>
          <a:xfrm>
            <a:off x="8285413" y="5729069"/>
            <a:ext cx="418761" cy="16238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13991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BC39D-0CDD-B3AD-E5C6-9662C3D15448}"/>
              </a:ext>
            </a:extLst>
          </p:cNvPr>
          <p:cNvSpPr>
            <a:spLocks noGrp="1"/>
          </p:cNvSpPr>
          <p:nvPr>
            <p:ph type="title"/>
          </p:nvPr>
        </p:nvSpPr>
        <p:spPr>
          <a:xfrm>
            <a:off x="626444" y="365129"/>
            <a:ext cx="9516797" cy="985208"/>
          </a:xfrm>
        </p:spPr>
        <p:txBody>
          <a:bodyPr/>
          <a:lstStyle/>
          <a:p>
            <a:r>
              <a:rPr lang="en-US" sz="2150"/>
              <a:t>Why should fairness be considered in Requirements Engineering?</a:t>
            </a:r>
          </a:p>
        </p:txBody>
      </p:sp>
      <p:sp>
        <p:nvSpPr>
          <p:cNvPr id="4" name="Text Placeholder 3">
            <a:extLst>
              <a:ext uri="{FF2B5EF4-FFF2-40B4-BE49-F238E27FC236}">
                <a16:creationId xmlns:a16="http://schemas.microsoft.com/office/drawing/2014/main" id="{5CBE10FA-17D7-6A24-3347-655F3E53CB43}"/>
              </a:ext>
            </a:extLst>
          </p:cNvPr>
          <p:cNvSpPr>
            <a:spLocks noGrp="1"/>
          </p:cNvSpPr>
          <p:nvPr>
            <p:ph type="body" sz="quarter" idx="13"/>
          </p:nvPr>
        </p:nvSpPr>
        <p:spPr>
          <a:xfrm>
            <a:off x="626444" y="857733"/>
            <a:ext cx="6607387" cy="4486487"/>
          </a:xfrm>
        </p:spPr>
        <p:txBody>
          <a:bodyPr/>
          <a:lstStyle/>
          <a:p>
            <a:pPr marL="114300" indent="0">
              <a:buNone/>
            </a:pPr>
            <a:r>
              <a:rPr lang="en-US" sz="2200" b="1"/>
              <a:t>To Avoid The Formalism Trap</a:t>
            </a:r>
          </a:p>
          <a:p>
            <a:pPr marL="114300" indent="0">
              <a:buNone/>
            </a:pPr>
            <a:endParaRPr lang="en-US" b="1"/>
          </a:p>
          <a:p>
            <a:pPr marL="114300" indent="0">
              <a:buNone/>
            </a:pPr>
            <a:r>
              <a:rPr lang="en-US" b="1"/>
              <a:t>Example: </a:t>
            </a:r>
            <a:r>
              <a:rPr lang="en-US"/>
              <a:t>COMPAS (Correctional Offender Management Profiling for Alternative Sanctions)</a:t>
            </a:r>
          </a:p>
          <a:p>
            <a:pPr marL="114300" indent="0">
              <a:buNone/>
            </a:pPr>
            <a:endParaRPr lang="en-US"/>
          </a:p>
          <a:p>
            <a:r>
              <a:rPr lang="en-US"/>
              <a:t>COMPAS is a widely used algorithmic tool in the criminal justice system aimed at assessing the risk of reoffending or failing to appear in court among defendants.</a:t>
            </a:r>
          </a:p>
          <a:p>
            <a:r>
              <a:rPr lang="en-US"/>
              <a:t>COMPAS analyzes various factors such as criminal history, age, employment status, and social environment to generate a risk assessment score.</a:t>
            </a:r>
          </a:p>
          <a:p>
            <a:r>
              <a:rPr lang="en-US"/>
              <a:t>The purpose of COMPAS is to assist judges and parole boards in making informed decisions about pretrial release, sentencing, and parole supervision</a:t>
            </a:r>
          </a:p>
          <a:p>
            <a:pPr marL="114300" indent="0">
              <a:buNone/>
            </a:pPr>
            <a:endParaRPr lang="en-US"/>
          </a:p>
        </p:txBody>
      </p:sp>
      <p:pic>
        <p:nvPicPr>
          <p:cNvPr id="11" name="Picture 10" descr="A person standing in front of a person in a courtroom&#10;&#10;Description automatically generated">
            <a:extLst>
              <a:ext uri="{FF2B5EF4-FFF2-40B4-BE49-F238E27FC236}">
                <a16:creationId xmlns:a16="http://schemas.microsoft.com/office/drawing/2014/main" id="{1C78C9F1-F017-3D13-750C-2C7D0170F4B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1310"/>
          <a:stretch/>
        </p:blipFill>
        <p:spPr>
          <a:xfrm>
            <a:off x="7630160" y="1236694"/>
            <a:ext cx="3272912" cy="2746026"/>
          </a:xfrm>
          <a:prstGeom prst="rect">
            <a:avLst/>
          </a:prstGeom>
        </p:spPr>
      </p:pic>
      <p:pic>
        <p:nvPicPr>
          <p:cNvPr id="13" name="Picture 12" descr="A person behind bars of a jail cell&#10;&#10;Description automatically generated">
            <a:extLst>
              <a:ext uri="{FF2B5EF4-FFF2-40B4-BE49-F238E27FC236}">
                <a16:creationId xmlns:a16="http://schemas.microsoft.com/office/drawing/2014/main" id="{D9924D62-1EDC-E5BE-AB42-79B7F25116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30160" y="3982720"/>
            <a:ext cx="3272912" cy="2133600"/>
          </a:xfrm>
          <a:prstGeom prst="rect">
            <a:avLst/>
          </a:prstGeom>
        </p:spPr>
      </p:pic>
    </p:spTree>
    <p:extLst>
      <p:ext uri="{BB962C8B-B14F-4D97-AF65-F5344CB8AC3E}">
        <p14:creationId xmlns:p14="http://schemas.microsoft.com/office/powerpoint/2010/main" val="3558039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35447-4E55-8138-3799-A6A7D96CB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3A7C6-FF55-DE0C-07EA-B1471DF062DB}"/>
              </a:ext>
            </a:extLst>
          </p:cNvPr>
          <p:cNvSpPr>
            <a:spLocks noGrp="1"/>
          </p:cNvSpPr>
          <p:nvPr>
            <p:ph type="title"/>
          </p:nvPr>
        </p:nvSpPr>
        <p:spPr>
          <a:xfrm>
            <a:off x="626444" y="365129"/>
            <a:ext cx="9516797" cy="985208"/>
          </a:xfrm>
        </p:spPr>
        <p:txBody>
          <a:bodyPr/>
          <a:lstStyle/>
          <a:p>
            <a:r>
              <a:rPr lang="en-US" sz="2150"/>
              <a:t>Why should fairness be considered in Requirements Engineering?</a:t>
            </a:r>
          </a:p>
        </p:txBody>
      </p:sp>
      <p:sp>
        <p:nvSpPr>
          <p:cNvPr id="4" name="Text Placeholder 3">
            <a:extLst>
              <a:ext uri="{FF2B5EF4-FFF2-40B4-BE49-F238E27FC236}">
                <a16:creationId xmlns:a16="http://schemas.microsoft.com/office/drawing/2014/main" id="{C48724B9-4D00-162F-A5AD-C9D5EEB02DD3}"/>
              </a:ext>
            </a:extLst>
          </p:cNvPr>
          <p:cNvSpPr>
            <a:spLocks noGrp="1"/>
          </p:cNvSpPr>
          <p:nvPr>
            <p:ph type="body" sz="quarter" idx="13"/>
          </p:nvPr>
        </p:nvSpPr>
        <p:spPr>
          <a:xfrm>
            <a:off x="626533" y="1314036"/>
            <a:ext cx="10515511" cy="4269731"/>
          </a:xfrm>
        </p:spPr>
        <p:txBody>
          <a:bodyPr/>
          <a:lstStyle/>
          <a:p>
            <a:pPr marL="114300" indent="0">
              <a:buNone/>
            </a:pPr>
            <a:endParaRPr lang="en-US" sz="2000"/>
          </a:p>
          <a:p>
            <a:pPr marL="114300" indent="0">
              <a:buNone/>
            </a:pPr>
            <a:endParaRPr lang="en-US"/>
          </a:p>
        </p:txBody>
      </p:sp>
      <p:pic>
        <p:nvPicPr>
          <p:cNvPr id="3" name="Picture 2">
            <a:extLst>
              <a:ext uri="{FF2B5EF4-FFF2-40B4-BE49-F238E27FC236}">
                <a16:creationId xmlns:a16="http://schemas.microsoft.com/office/drawing/2014/main" id="{ABDC974F-725A-D881-B935-24C7E1569EEE}"/>
              </a:ext>
            </a:extLst>
          </p:cNvPr>
          <p:cNvPicPr>
            <a:picLocks noChangeAspect="1"/>
          </p:cNvPicPr>
          <p:nvPr/>
        </p:nvPicPr>
        <p:blipFill>
          <a:blip r:embed="rId3"/>
          <a:stretch>
            <a:fillRect/>
          </a:stretch>
        </p:blipFill>
        <p:spPr>
          <a:xfrm>
            <a:off x="6640425" y="3280588"/>
            <a:ext cx="4597576" cy="2882193"/>
          </a:xfrm>
          <a:prstGeom prst="rect">
            <a:avLst/>
          </a:prstGeom>
        </p:spPr>
      </p:pic>
      <p:sp>
        <p:nvSpPr>
          <p:cNvPr id="5" name="Rectangle 4">
            <a:extLst>
              <a:ext uri="{FF2B5EF4-FFF2-40B4-BE49-F238E27FC236}">
                <a16:creationId xmlns:a16="http://schemas.microsoft.com/office/drawing/2014/main" id="{786042FC-DAA5-70B2-FF58-F4D4CC581549}"/>
              </a:ext>
            </a:extLst>
          </p:cNvPr>
          <p:cNvSpPr/>
          <p:nvPr/>
        </p:nvSpPr>
        <p:spPr>
          <a:xfrm>
            <a:off x="6096000" y="965616"/>
            <a:ext cx="5264203" cy="769441"/>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400" b="1">
                <a:ln w="9525">
                  <a:solidFill>
                    <a:schemeClr val="bg1"/>
                  </a:solidFill>
                  <a:prstDash val="solid"/>
                </a:ln>
                <a:solidFill>
                  <a:schemeClr val="accent1">
                    <a:lumMod val="50000"/>
                  </a:schemeClr>
                </a:solidFill>
                <a:effectLst>
                  <a:outerShdw blurRad="12700" dist="38100" dir="2700000" algn="tl" rotWithShape="0">
                    <a:schemeClr val="bg1">
                      <a:lumMod val="50000"/>
                    </a:schemeClr>
                  </a:outerShdw>
                </a:effectLst>
                <a:latin typeface="Arial" panose="020B0604020202020204" pitchFamily="34" charset="0"/>
                <a:cs typeface="Arial" panose="020B0604020202020204" pitchFamily="34" charset="0"/>
              </a:rPr>
              <a:t>COMPAS</a:t>
            </a:r>
            <a:endParaRPr lang="en-US" sz="4400" b="1">
              <a:ln/>
              <a:solidFill>
                <a:schemeClr val="accent1">
                  <a:lumMod val="50000"/>
                </a:schemeClr>
              </a:solidFill>
            </a:endParaRPr>
          </a:p>
        </p:txBody>
      </p:sp>
      <p:sp>
        <p:nvSpPr>
          <p:cNvPr id="6" name="Rectangle 5">
            <a:extLst>
              <a:ext uri="{FF2B5EF4-FFF2-40B4-BE49-F238E27FC236}">
                <a16:creationId xmlns:a16="http://schemas.microsoft.com/office/drawing/2014/main" id="{234CEB13-4966-1563-02F1-9DF97FFC75B7}"/>
              </a:ext>
            </a:extLst>
          </p:cNvPr>
          <p:cNvSpPr/>
          <p:nvPr/>
        </p:nvSpPr>
        <p:spPr>
          <a:xfrm>
            <a:off x="6640425" y="1735057"/>
            <a:ext cx="4600087" cy="923330"/>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solidFill>
                  <a:schemeClr val="accent1">
                    <a:lumMod val="50000"/>
                  </a:schemeClr>
                </a:solidFill>
                <a:latin typeface="Arial" panose="020B0604020202020204" pitchFamily="34" charset="0"/>
                <a:cs typeface="Arial" panose="020B0604020202020204" pitchFamily="34" charset="0"/>
              </a:rPr>
              <a:t>Journalists at ProPublica demonstrated that a certain measure of fairness (equality of error rates) was violated.</a:t>
            </a:r>
            <a:endParaRPr lang="en-US" b="1">
              <a:ln/>
              <a:solidFill>
                <a:schemeClr val="accent1">
                  <a:lumMod val="50000"/>
                </a:schemeClr>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D50AAB7A-5D2D-3365-970F-290B9251248E}"/>
              </a:ext>
            </a:extLst>
          </p:cNvPr>
          <p:cNvSpPr/>
          <p:nvPr/>
        </p:nvSpPr>
        <p:spPr>
          <a:xfrm>
            <a:off x="8293513" y="2618706"/>
            <a:ext cx="645700" cy="630942"/>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500">
                <a:solidFill>
                  <a:schemeClr val="accent1">
                    <a:lumMod val="50000"/>
                  </a:schemeClr>
                </a:solidFill>
                <a:latin typeface="Arial" panose="020B0604020202020204" pitchFamily="34" charset="0"/>
                <a:cs typeface="Arial" panose="020B0604020202020204" pitchFamily="34" charset="0"/>
              </a:rPr>
              <a:t>vs</a:t>
            </a:r>
            <a:endParaRPr lang="en-US" sz="3500" b="1">
              <a:ln/>
              <a:solidFill>
                <a:schemeClr val="accent1">
                  <a:lumMod val="50000"/>
                </a:schemeClr>
              </a:solidFill>
              <a:latin typeface="Arial" panose="020B0604020202020204" pitchFamily="34" charset="0"/>
              <a:cs typeface="Arial" panose="020B0604020202020204" pitchFamily="34" charset="0"/>
            </a:endParaRPr>
          </a:p>
        </p:txBody>
      </p:sp>
      <p:sp>
        <p:nvSpPr>
          <p:cNvPr id="12" name="Text Placeholder 3">
            <a:extLst>
              <a:ext uri="{FF2B5EF4-FFF2-40B4-BE49-F238E27FC236}">
                <a16:creationId xmlns:a16="http://schemas.microsoft.com/office/drawing/2014/main" id="{4F970905-D255-F11F-4090-5FDB913FDCC2}"/>
              </a:ext>
            </a:extLst>
          </p:cNvPr>
          <p:cNvSpPr txBox="1">
            <a:spLocks/>
          </p:cNvSpPr>
          <p:nvPr/>
        </p:nvSpPr>
        <p:spPr>
          <a:xfrm>
            <a:off x="473923" y="857733"/>
            <a:ext cx="5948343" cy="5165995"/>
          </a:xfrm>
          <a:prstGeom prst="rect">
            <a:avLst/>
          </a:prstGeom>
        </p:spPr>
        <p:txBody>
          <a:bodyPr/>
          <a:lstStyle>
            <a:lvl1pPr marL="400050" marR="0" indent="-285750" algn="l" defTabSz="9144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4350" marR="0" indent="-171450" algn="l" defTabSz="6858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600" b="0" i="0" kern="1200">
                <a:solidFill>
                  <a:schemeClr val="tx1"/>
                </a:solidFill>
                <a:latin typeface="+mn-lt"/>
                <a:ea typeface="Open Sans Light" panose="020B0306030504020204" pitchFamily="34" charset="0"/>
                <a:cs typeface="Open Sans Light" panose="020B0306030504020204" pitchFamily="34" charset="0"/>
              </a:defRPr>
            </a:lvl2pPr>
            <a:lvl3pPr marL="857250" marR="0" indent="-171450" algn="l" defTabSz="685800" rtl="0" eaLnBrk="1" fontAlgn="auto" latinLnBrk="0" hangingPunct="1">
              <a:lnSpc>
                <a:spcPct val="100000"/>
              </a:lnSpc>
              <a:spcBef>
                <a:spcPts val="0"/>
              </a:spcBef>
              <a:spcAft>
                <a:spcPts val="1200"/>
              </a:spcAft>
              <a:buClr>
                <a:schemeClr val="tx2"/>
              </a:buClr>
              <a:buSzTx/>
              <a:buFont typeface="Wingdings" pitchFamily="2" charset="2"/>
              <a:buChar char="§"/>
              <a:tabLst/>
              <a:defRPr sz="1400" b="0" i="0" kern="1200">
                <a:solidFill>
                  <a:schemeClr val="tx1"/>
                </a:solidFill>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14300" indent="0">
              <a:buFont typeface="Wingdings" panose="05000000000000000000" pitchFamily="2" charset="2"/>
              <a:buNone/>
            </a:pPr>
            <a:endParaRPr lang="en-US" sz="1600"/>
          </a:p>
          <a:p>
            <a:r>
              <a:rPr lang="en-US"/>
              <a:t>ProPublica's investigation shed light on issues of fairness and accountability in the criminal justice system.</a:t>
            </a:r>
          </a:p>
          <a:p>
            <a:r>
              <a:rPr lang="en-US"/>
              <a:t>COMPAS developers fulfilled their goal of creating a decision-making tool but faced criticism regarding potential biases and lack of transparency.</a:t>
            </a:r>
          </a:p>
          <a:p>
            <a:r>
              <a:rPr lang="en-US"/>
              <a:t>Consulting legal experts or professionals with domain knowledge before development could have validated requirements and facilitated consensus among stakeholders.</a:t>
            </a:r>
          </a:p>
          <a:p>
            <a:r>
              <a:rPr lang="en-US"/>
              <a:t>Establishing clear requirements and consensus could have enabled a more transparent and accountable development process, helping to identify and address biases effectively.</a:t>
            </a:r>
          </a:p>
        </p:txBody>
      </p:sp>
    </p:spTree>
    <p:extLst>
      <p:ext uri="{BB962C8B-B14F-4D97-AF65-F5344CB8AC3E}">
        <p14:creationId xmlns:p14="http://schemas.microsoft.com/office/powerpoint/2010/main" val="2530734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A8CBB-4D00-C42A-867E-99873C363962}"/>
              </a:ext>
            </a:extLst>
          </p:cNvPr>
          <p:cNvSpPr>
            <a:spLocks noGrp="1"/>
          </p:cNvSpPr>
          <p:nvPr>
            <p:ph type="title"/>
          </p:nvPr>
        </p:nvSpPr>
        <p:spPr/>
        <p:txBody>
          <a:bodyPr/>
          <a:lstStyle/>
          <a:p>
            <a:r>
              <a:rPr lang="en-US" sz="2600"/>
              <a:t>Why is specifying fairness requirements challenging? </a:t>
            </a:r>
          </a:p>
        </p:txBody>
      </p:sp>
      <p:sp>
        <p:nvSpPr>
          <p:cNvPr id="5" name="Content Placeholder 2">
            <a:extLst>
              <a:ext uri="{FF2B5EF4-FFF2-40B4-BE49-F238E27FC236}">
                <a16:creationId xmlns:a16="http://schemas.microsoft.com/office/drawing/2014/main" id="{5A0FFECC-5D57-1D20-002E-F18897ECDBB2}"/>
              </a:ext>
            </a:extLst>
          </p:cNvPr>
          <p:cNvSpPr>
            <a:spLocks noGrp="1"/>
          </p:cNvSpPr>
          <p:nvPr>
            <p:ph type="body" sz="quarter" idx="13"/>
          </p:nvPr>
        </p:nvSpPr>
        <p:spPr>
          <a:xfrm>
            <a:off x="627063" y="1350963"/>
            <a:ext cx="10751090" cy="4232275"/>
          </a:xfrm>
        </p:spPr>
        <p:txBody>
          <a:bodyPr/>
          <a:lstStyle/>
          <a:p>
            <a:pPr marL="114300" indent="0">
              <a:buNone/>
            </a:pPr>
            <a:r>
              <a:rPr lang="en-US" sz="2000" b="1" dirty="0"/>
              <a:t>The lack of structural conceptual model</a:t>
            </a:r>
          </a:p>
          <a:p>
            <a:pPr marL="114300" indent="0">
              <a:buNone/>
            </a:pPr>
            <a:endParaRPr lang="en-US" sz="2000" b="1" dirty="0"/>
          </a:p>
          <a:p>
            <a:r>
              <a:rPr lang="en-US" sz="2000" dirty="0"/>
              <a:t>Due to the lack of a glossary, there is no standardized definitions for fairness and its related concepts.</a:t>
            </a:r>
          </a:p>
          <a:p>
            <a:r>
              <a:rPr lang="en-US" sz="2000" dirty="0"/>
              <a:t>No structured framework for understanding fairness concepts.</a:t>
            </a:r>
          </a:p>
          <a:p>
            <a:r>
              <a:rPr lang="en-US" sz="2000" dirty="0"/>
              <a:t>Increases the risk of misinterpretations and inconsistent application hence leading to ambiguity.</a:t>
            </a:r>
          </a:p>
          <a:p>
            <a:r>
              <a:rPr lang="en-US" sz="2000" dirty="0"/>
              <a:t>Fairness has multiple interpretations and it is essential to have universally accepted definitions to avoid experts unintentionally working from different perspectives. For example, “</a:t>
            </a:r>
            <a:r>
              <a:rPr lang="en-US" sz="2000" b="1" dirty="0"/>
              <a:t>Statistical Parity</a:t>
            </a:r>
            <a:r>
              <a:rPr lang="en-US" sz="2000" dirty="0"/>
              <a:t>” and “</a:t>
            </a:r>
            <a:r>
              <a:rPr lang="en-US" sz="2000" b="1" dirty="0"/>
              <a:t>Demographic Parity</a:t>
            </a:r>
            <a:r>
              <a:rPr lang="en-US" sz="2000" dirty="0"/>
              <a:t>” can be used interchangeably to describe equal representation among demographic groups.</a:t>
            </a:r>
          </a:p>
        </p:txBody>
      </p:sp>
    </p:spTree>
    <p:extLst>
      <p:ext uri="{BB962C8B-B14F-4D97-AF65-F5344CB8AC3E}">
        <p14:creationId xmlns:p14="http://schemas.microsoft.com/office/powerpoint/2010/main" val="1231448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4DD78-8B51-E7CE-384E-F54F3209A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B85CF-1BE1-46B8-401A-EDC7B0C6D9FD}"/>
              </a:ext>
            </a:extLst>
          </p:cNvPr>
          <p:cNvSpPr>
            <a:spLocks noGrp="1"/>
          </p:cNvSpPr>
          <p:nvPr>
            <p:ph type="title"/>
          </p:nvPr>
        </p:nvSpPr>
        <p:spPr/>
        <p:txBody>
          <a:bodyPr/>
          <a:lstStyle/>
          <a:p>
            <a:r>
              <a:rPr lang="en-US" sz="2600"/>
              <a:t>Why is specifying fairness requirements challenging? </a:t>
            </a:r>
          </a:p>
        </p:txBody>
      </p:sp>
      <p:sp>
        <p:nvSpPr>
          <p:cNvPr id="5" name="Content Placeholder 2">
            <a:extLst>
              <a:ext uri="{FF2B5EF4-FFF2-40B4-BE49-F238E27FC236}">
                <a16:creationId xmlns:a16="http://schemas.microsoft.com/office/drawing/2014/main" id="{B0B1950A-468E-CA27-9B18-B0BEFBCF783D}"/>
              </a:ext>
            </a:extLst>
          </p:cNvPr>
          <p:cNvSpPr>
            <a:spLocks noGrp="1"/>
          </p:cNvSpPr>
          <p:nvPr>
            <p:ph type="body" sz="quarter" idx="13"/>
          </p:nvPr>
        </p:nvSpPr>
        <p:spPr>
          <a:xfrm>
            <a:off x="627062" y="1350963"/>
            <a:ext cx="10942503" cy="4232275"/>
          </a:xfrm>
        </p:spPr>
        <p:txBody>
          <a:bodyPr/>
          <a:lstStyle/>
          <a:p>
            <a:pPr marL="114300" indent="0">
              <a:buNone/>
            </a:pPr>
            <a:r>
              <a:rPr lang="en-US" sz="2000" b="1" dirty="0"/>
              <a:t>The lack of a customized requirements engineering template that allows for specifying fairness requirements.</a:t>
            </a:r>
          </a:p>
        </p:txBody>
      </p:sp>
      <p:pic>
        <p:nvPicPr>
          <p:cNvPr id="6" name="Picture 5" descr="A diagram of a software company&#10;&#10;Description automatically generated with medium confidence">
            <a:extLst>
              <a:ext uri="{FF2B5EF4-FFF2-40B4-BE49-F238E27FC236}">
                <a16:creationId xmlns:a16="http://schemas.microsoft.com/office/drawing/2014/main" id="{12BC19A7-F5DA-DFBD-E5B7-AA3395BA19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6161" y="3065338"/>
            <a:ext cx="3740327" cy="1282208"/>
          </a:xfrm>
          <a:prstGeom prst="rect">
            <a:avLst/>
          </a:prstGeom>
        </p:spPr>
      </p:pic>
      <p:sp>
        <p:nvSpPr>
          <p:cNvPr id="8" name="TextBox 7">
            <a:extLst>
              <a:ext uri="{FF2B5EF4-FFF2-40B4-BE49-F238E27FC236}">
                <a16:creationId xmlns:a16="http://schemas.microsoft.com/office/drawing/2014/main" id="{436C32B6-27DE-838B-462B-5EB3ACFCBD60}"/>
              </a:ext>
            </a:extLst>
          </p:cNvPr>
          <p:cNvSpPr txBox="1"/>
          <p:nvPr/>
        </p:nvSpPr>
        <p:spPr>
          <a:xfrm>
            <a:off x="3726223" y="4224016"/>
            <a:ext cx="2780202" cy="307777"/>
          </a:xfrm>
          <a:prstGeom prst="rect">
            <a:avLst/>
          </a:prstGeom>
          <a:noFill/>
        </p:spPr>
        <p:txBody>
          <a:bodyPr wrap="square" rtlCol="0">
            <a:spAutoFit/>
          </a:bodyPr>
          <a:lstStyle/>
          <a:p>
            <a:r>
              <a:rPr lang="en-US" sz="1400" b="1"/>
              <a:t>Functional MASTER Template </a:t>
            </a:r>
          </a:p>
        </p:txBody>
      </p:sp>
      <p:pic>
        <p:nvPicPr>
          <p:cNvPr id="4" name="Graphic 3" descr="Woman holding a laptop">
            <a:extLst>
              <a:ext uri="{FF2B5EF4-FFF2-40B4-BE49-F238E27FC236}">
                <a16:creationId xmlns:a16="http://schemas.microsoft.com/office/drawing/2014/main" id="{2C81933C-F9FF-395B-84DB-51F3454EBF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590" y="2799598"/>
            <a:ext cx="1401927" cy="1424418"/>
          </a:xfrm>
          <a:prstGeom prst="rect">
            <a:avLst/>
          </a:prstGeom>
        </p:spPr>
      </p:pic>
      <p:sp>
        <p:nvSpPr>
          <p:cNvPr id="9" name="Arrow: Right 8">
            <a:extLst>
              <a:ext uri="{FF2B5EF4-FFF2-40B4-BE49-F238E27FC236}">
                <a16:creationId xmlns:a16="http://schemas.microsoft.com/office/drawing/2014/main" id="{4BCEEB79-3DB6-5000-70DD-A1C2A124F7A3}"/>
              </a:ext>
            </a:extLst>
          </p:cNvPr>
          <p:cNvSpPr/>
          <p:nvPr/>
        </p:nvSpPr>
        <p:spPr>
          <a:xfrm>
            <a:off x="2299822" y="3285213"/>
            <a:ext cx="853372" cy="631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F048B63-BF48-7B06-B345-E984F0659361}"/>
              </a:ext>
            </a:extLst>
          </p:cNvPr>
          <p:cNvSpPr txBox="1"/>
          <p:nvPr/>
        </p:nvSpPr>
        <p:spPr>
          <a:xfrm>
            <a:off x="831590" y="4224016"/>
            <a:ext cx="2106266" cy="738664"/>
          </a:xfrm>
          <a:prstGeom prst="rect">
            <a:avLst/>
          </a:prstGeom>
          <a:noFill/>
        </p:spPr>
        <p:txBody>
          <a:bodyPr wrap="square" rtlCol="0">
            <a:spAutoFit/>
          </a:bodyPr>
          <a:lstStyle/>
          <a:p>
            <a:r>
              <a:rPr lang="en-US" sz="1400" b="1"/>
              <a:t>Non-Expert Requirements Engineer</a:t>
            </a:r>
          </a:p>
        </p:txBody>
      </p:sp>
      <p:sp>
        <p:nvSpPr>
          <p:cNvPr id="11" name="Arrow: Right 10">
            <a:extLst>
              <a:ext uri="{FF2B5EF4-FFF2-40B4-BE49-F238E27FC236}">
                <a16:creationId xmlns:a16="http://schemas.microsoft.com/office/drawing/2014/main" id="{8B740706-2ACB-6711-0748-1D7D1F3BAB22}"/>
              </a:ext>
            </a:extLst>
          </p:cNvPr>
          <p:cNvSpPr/>
          <p:nvPr/>
        </p:nvSpPr>
        <p:spPr>
          <a:xfrm>
            <a:off x="7145760" y="3285213"/>
            <a:ext cx="853372" cy="6315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482FA63-FBA2-6F11-3D6F-F369ED5AD5C3}"/>
              </a:ext>
            </a:extLst>
          </p:cNvPr>
          <p:cNvSpPr txBox="1"/>
          <p:nvPr/>
        </p:nvSpPr>
        <p:spPr>
          <a:xfrm>
            <a:off x="8211562" y="2844225"/>
            <a:ext cx="3148848" cy="2308324"/>
          </a:xfrm>
          <a:prstGeom prst="rect">
            <a:avLst/>
          </a:prstGeom>
          <a:noFill/>
        </p:spPr>
        <p:txBody>
          <a:bodyPr wrap="square" rtlCol="0">
            <a:spAutoFit/>
          </a:bodyPr>
          <a:lstStyle/>
          <a:p>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Requirement</a:t>
            </a:r>
            <a:r>
              <a:rPr lang="en-US" sz="1600"/>
              <a:t> </a:t>
            </a:r>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1: </a:t>
            </a:r>
            <a:r>
              <a:rPr lang="en-US" sz="1600">
                <a:latin typeface="Open Sans" panose="020B0606030504020204" pitchFamily="34" charset="0"/>
                <a:ea typeface="Open Sans" panose="020B0606030504020204" pitchFamily="34" charset="0"/>
                <a:cs typeface="Open Sans" panose="020B0606030504020204" pitchFamily="34" charset="0"/>
              </a:rPr>
              <a:t>The COMPAS software should be able to predict the likelihood of reoffending for individuals.</a:t>
            </a:r>
          </a:p>
          <a:p>
            <a:endPar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endParaRPr>
          </a:p>
          <a:p>
            <a:r>
              <a:rPr lang="en-US" sz="1600" b="1">
                <a:solidFill>
                  <a:srgbClr val="C51926"/>
                </a:solidFill>
                <a:latin typeface="Open Sans" panose="020B0606030504020204" pitchFamily="34" charset="0"/>
                <a:ea typeface="Open Sans" panose="020B0606030504020204" pitchFamily="34" charset="0"/>
                <a:cs typeface="Open Sans" panose="020B0606030504020204" pitchFamily="34" charset="0"/>
              </a:rPr>
              <a:t>Requirement 2:  </a:t>
            </a:r>
            <a:r>
              <a:rPr lang="en-US" sz="1600">
                <a:latin typeface="Open Sans" panose="020B0606030504020204" pitchFamily="34" charset="0"/>
                <a:ea typeface="Open Sans" panose="020B0606030504020204" pitchFamily="34" charset="0"/>
                <a:cs typeface="Open Sans" panose="020B0606030504020204" pitchFamily="34" charset="0"/>
              </a:rPr>
              <a:t>The COMPAS software should be designed to ensure fairness by treating all individuals equally</a:t>
            </a:r>
          </a:p>
        </p:txBody>
      </p:sp>
    </p:spTree>
    <p:extLst>
      <p:ext uri="{BB962C8B-B14F-4D97-AF65-F5344CB8AC3E}">
        <p14:creationId xmlns:p14="http://schemas.microsoft.com/office/powerpoint/2010/main" val="1958450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63D7E-2A92-49CF-45A3-9ABAA31BE1A3}"/>
              </a:ext>
            </a:extLst>
          </p:cNvPr>
          <p:cNvSpPr>
            <a:spLocks noGrp="1"/>
          </p:cNvSpPr>
          <p:nvPr>
            <p:ph type="title"/>
          </p:nvPr>
        </p:nvSpPr>
        <p:spPr/>
        <p:txBody>
          <a:bodyPr/>
          <a:lstStyle/>
          <a:p>
            <a:r>
              <a:rPr lang="en-US"/>
              <a:t>Research Questions </a:t>
            </a:r>
          </a:p>
        </p:txBody>
      </p:sp>
      <p:graphicFrame>
        <p:nvGraphicFramePr>
          <p:cNvPr id="5" name="Content Placeholder 2">
            <a:extLst>
              <a:ext uri="{FF2B5EF4-FFF2-40B4-BE49-F238E27FC236}">
                <a16:creationId xmlns:a16="http://schemas.microsoft.com/office/drawing/2014/main" id="{9AB5AABD-71BE-A5A6-6D75-0589EACBF311}"/>
              </a:ext>
            </a:extLst>
          </p:cNvPr>
          <p:cNvGraphicFramePr>
            <a:graphicFrameLocks/>
          </p:cNvGraphicFramePr>
          <p:nvPr>
            <p:extLst>
              <p:ext uri="{D42A27DB-BD31-4B8C-83A1-F6EECF244321}">
                <p14:modId xmlns:p14="http://schemas.microsoft.com/office/powerpoint/2010/main" val="4090962311"/>
              </p:ext>
            </p:extLst>
          </p:nvPr>
        </p:nvGraphicFramePr>
        <p:xfrm>
          <a:off x="671093" y="1140445"/>
          <a:ext cx="10849813" cy="4873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6287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dirty="0"/>
              <a:t>Methodology (Completed)</a:t>
            </a:r>
          </a:p>
        </p:txBody>
      </p:sp>
      <p:sp>
        <p:nvSpPr>
          <p:cNvPr id="4" name="Text Placeholder 3">
            <a:extLst>
              <a:ext uri="{FF2B5EF4-FFF2-40B4-BE49-F238E27FC236}">
                <a16:creationId xmlns:a16="http://schemas.microsoft.com/office/drawing/2014/main" id="{5C4DDE12-1F91-33BC-918A-DBFB7BE2B423}"/>
              </a:ext>
            </a:extLst>
          </p:cNvPr>
          <p:cNvSpPr>
            <a:spLocks noGrp="1"/>
          </p:cNvSpPr>
          <p:nvPr>
            <p:ph type="body" sz="quarter" idx="13"/>
          </p:nvPr>
        </p:nvSpPr>
        <p:spPr>
          <a:xfrm>
            <a:off x="626534" y="1350337"/>
            <a:ext cx="11029438" cy="4233430"/>
          </a:xfrm>
        </p:spPr>
        <p:txBody>
          <a:bodyPr/>
          <a:lstStyle/>
          <a:p>
            <a:pPr marL="114300" indent="0">
              <a:buNone/>
            </a:pPr>
            <a:r>
              <a:rPr lang="en-US" sz="1600" b="1" dirty="0">
                <a:solidFill>
                  <a:srgbClr val="C51926"/>
                </a:solidFill>
              </a:rPr>
              <a:t>RQ1: </a:t>
            </a:r>
            <a:r>
              <a:rPr lang="en-US" sz="1600" dirty="0"/>
              <a:t>What are the fundamental concepts essential for the specification of fairness-related requirements in software development? </a:t>
            </a:r>
          </a:p>
          <a:p>
            <a:pPr marL="114300" indent="0">
              <a:buNone/>
            </a:pPr>
            <a:r>
              <a:rPr lang="en-US" sz="1600" b="1" dirty="0">
                <a:solidFill>
                  <a:srgbClr val="C51926"/>
                </a:solidFill>
              </a:rPr>
              <a:t>Methodology: </a:t>
            </a:r>
          </a:p>
          <a:p>
            <a:pPr lvl="1"/>
            <a:r>
              <a:rPr lang="en-US" b="1" dirty="0">
                <a:latin typeface="Open Sans" panose="020B0606030504020204" pitchFamily="34" charset="0"/>
                <a:ea typeface="Open Sans" panose="020B0606030504020204" pitchFamily="34" charset="0"/>
                <a:cs typeface="Open Sans" panose="020B0606030504020204" pitchFamily="34" charset="0"/>
              </a:rPr>
              <a:t>Systematic Literature Review </a:t>
            </a:r>
            <a:r>
              <a:rPr lang="en-US" dirty="0">
                <a:latin typeface="Open Sans" panose="020B0606030504020204" pitchFamily="34" charset="0"/>
                <a:ea typeface="Open Sans" panose="020B0606030504020204" pitchFamily="34" charset="0"/>
                <a:cs typeface="Open Sans" panose="020B0606030504020204" pitchFamily="34" charset="0"/>
              </a:rPr>
              <a:t>– Conduct a systematic review of the literature using Mendeley for citation management.</a:t>
            </a:r>
          </a:p>
          <a:p>
            <a:pPr lvl="1"/>
            <a:r>
              <a:rPr lang="en-US" b="1" dirty="0">
                <a:latin typeface="Open Sans" panose="020B0606030504020204" pitchFamily="34" charset="0"/>
                <a:ea typeface="Open Sans" panose="020B0606030504020204" pitchFamily="34" charset="0"/>
                <a:cs typeface="Open Sans" panose="020B0606030504020204" pitchFamily="34" charset="0"/>
              </a:rPr>
              <a:t>Glossary Development </a:t>
            </a:r>
            <a:r>
              <a:rPr lang="en-US" dirty="0">
                <a:latin typeface="Open Sans" panose="020B0606030504020204" pitchFamily="34" charset="0"/>
                <a:ea typeface="Open Sans" panose="020B0606030504020204" pitchFamily="34" charset="0"/>
                <a:cs typeface="Open Sans" panose="020B0606030504020204" pitchFamily="34" charset="0"/>
              </a:rPr>
              <a:t>– Synthesis of findings from literature review to develop a glossary of fairness related concepts using tools such as Microsoft Word or Google Docs</a:t>
            </a:r>
          </a:p>
          <a:p>
            <a:pPr lvl="1"/>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31422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sz="28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Systematic Literature Review </a:t>
            </a:r>
            <a:endParaRPr lang="en-US" dirty="0"/>
          </a:p>
        </p:txBody>
      </p:sp>
      <p:sp>
        <p:nvSpPr>
          <p:cNvPr id="4" name="Text Placeholder 3">
            <a:extLst>
              <a:ext uri="{FF2B5EF4-FFF2-40B4-BE49-F238E27FC236}">
                <a16:creationId xmlns:a16="http://schemas.microsoft.com/office/drawing/2014/main" id="{5C4DDE12-1F91-33BC-918A-DBFB7BE2B423}"/>
              </a:ext>
            </a:extLst>
          </p:cNvPr>
          <p:cNvSpPr>
            <a:spLocks noGrp="1"/>
          </p:cNvSpPr>
          <p:nvPr>
            <p:ph type="body" sz="quarter" idx="13"/>
          </p:nvPr>
        </p:nvSpPr>
        <p:spPr>
          <a:xfrm>
            <a:off x="626534" y="1350337"/>
            <a:ext cx="11029438" cy="4233430"/>
          </a:xfrm>
        </p:spPr>
        <p:txBody>
          <a:bodyPr/>
          <a:lstStyle/>
          <a:p>
            <a:pPr marL="342900" lvl="1" indent="0">
              <a:buNone/>
            </a:pPr>
            <a:r>
              <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Keywords </a:t>
            </a:r>
          </a:p>
          <a:p>
            <a:pPr marL="342900" lvl="1" indent="0">
              <a:buNone/>
            </a:pPr>
            <a:r>
              <a:rPr lang="en-US" sz="1800" i="0" dirty="0">
                <a:solidFill>
                  <a:srgbClr val="000000"/>
                </a:solidFill>
                <a:effectLst/>
                <a:highlight>
                  <a:srgbClr val="FFFFFF"/>
                </a:highlight>
                <a:latin typeface="Aptos" panose="020B0004020202020204" pitchFamily="34" charset="0"/>
              </a:rPr>
              <a:t>Software, Fairness, Discrimination, AI, and Requirements</a:t>
            </a:r>
          </a:p>
          <a:p>
            <a:pPr marL="342900" lvl="1" indent="0">
              <a:buNone/>
            </a:pPr>
            <a:endParaRPr lang="en-US" sz="2200" b="1" dirty="0">
              <a:solidFill>
                <a:srgbClr val="C51926"/>
              </a:solidFill>
              <a:highlight>
                <a:srgbClr val="FFFFFF"/>
              </a:highlight>
              <a:latin typeface="Open Sans" panose="020B0606030504020204" pitchFamily="34" charset="0"/>
              <a:ea typeface="Open Sans" panose="020B0606030504020204" pitchFamily="34" charset="0"/>
              <a:cs typeface="Open Sans" panose="020B0606030504020204" pitchFamily="34" charset="0"/>
            </a:endParaRPr>
          </a:p>
          <a:p>
            <a:pPr marL="342900" lvl="1" indent="0">
              <a:buNone/>
            </a:pPr>
            <a:r>
              <a:rPr lang="en-US" sz="2200" b="1" dirty="0">
                <a:solidFill>
                  <a:srgbClr val="C51926"/>
                </a:solidFill>
                <a:highlight>
                  <a:srgbClr val="FFFFFF"/>
                </a:highlight>
                <a:latin typeface="Open Sans" panose="020B0606030504020204" pitchFamily="34" charset="0"/>
                <a:ea typeface="Open Sans" panose="020B0606030504020204" pitchFamily="34" charset="0"/>
                <a:cs typeface="Open Sans" panose="020B0606030504020204" pitchFamily="34" charset="0"/>
              </a:rPr>
              <a:t>Search Phrase </a:t>
            </a:r>
          </a:p>
          <a:p>
            <a:pPr marL="342900" lvl="1" indent="0">
              <a:buNone/>
            </a:pPr>
            <a:r>
              <a:rPr lang="en-US" sz="1800" b="0" i="0" dirty="0">
                <a:solidFill>
                  <a:srgbClr val="000000"/>
                </a:solidFill>
                <a:effectLst/>
                <a:highlight>
                  <a:srgbClr val="FFFFFF"/>
                </a:highlight>
                <a:latin typeface="Aptos" panose="020B0004020202020204" pitchFamily="34" charset="0"/>
              </a:rPr>
              <a:t>(("</a:t>
            </a:r>
            <a:r>
              <a:rPr lang="en-US" sz="1800" b="0" i="0" dirty="0" err="1">
                <a:solidFill>
                  <a:srgbClr val="000000"/>
                </a:solidFill>
                <a:effectLst/>
                <a:highlight>
                  <a:srgbClr val="FFFFFF"/>
                </a:highlight>
                <a:latin typeface="Aptos" panose="020B0004020202020204" pitchFamily="34" charset="0"/>
              </a:rPr>
              <a:t>Abstract":Software</a:t>
            </a:r>
            <a:r>
              <a:rPr lang="en-US" sz="1800" b="0" i="0" dirty="0">
                <a:solidFill>
                  <a:srgbClr val="000000"/>
                </a:solidFill>
                <a:effectLst/>
                <a:highlight>
                  <a:srgbClr val="FFFFFF"/>
                </a:highlight>
                <a:latin typeface="Aptos" panose="020B0004020202020204" pitchFamily="34" charset="0"/>
              </a:rPr>
              <a:t> ) OR ("</a:t>
            </a:r>
            <a:r>
              <a:rPr lang="en-US" sz="1800" b="0" i="0" dirty="0" err="1">
                <a:solidFill>
                  <a:srgbClr val="000000"/>
                </a:solidFill>
                <a:effectLst/>
                <a:highlight>
                  <a:srgbClr val="FFFFFF"/>
                </a:highlight>
                <a:latin typeface="Aptos" panose="020B0004020202020204" pitchFamily="34" charset="0"/>
              </a:rPr>
              <a:t>Abstract":AI</a:t>
            </a:r>
            <a:r>
              <a:rPr lang="en-US" sz="1800" b="0" i="0" dirty="0">
                <a:solidFill>
                  <a:srgbClr val="000000"/>
                </a:solidFill>
                <a:effectLst/>
                <a:highlight>
                  <a:srgbClr val="FFFFFF"/>
                </a:highlight>
                <a:latin typeface="Aptos" panose="020B0004020202020204" pitchFamily="34" charset="0"/>
              </a:rPr>
              <a:t>) OR ("</a:t>
            </a:r>
            <a:r>
              <a:rPr lang="en-US" sz="1800" b="0" i="0" dirty="0" err="1">
                <a:solidFill>
                  <a:srgbClr val="000000"/>
                </a:solidFill>
                <a:effectLst/>
                <a:highlight>
                  <a:srgbClr val="FFFFFF"/>
                </a:highlight>
                <a:latin typeface="Aptos" panose="020B0004020202020204" pitchFamily="34" charset="0"/>
              </a:rPr>
              <a:t>Abstract":Requirements</a:t>
            </a:r>
            <a:r>
              <a:rPr lang="en-US" sz="1800" b="0" i="0" dirty="0">
                <a:solidFill>
                  <a:srgbClr val="000000"/>
                </a:solidFill>
                <a:effectLst/>
                <a:highlight>
                  <a:srgbClr val="FFFFFF"/>
                </a:highlight>
                <a:latin typeface="Aptos" panose="020B0004020202020204" pitchFamily="34" charset="0"/>
              </a:rPr>
              <a:t> ) ) AND (("Document </a:t>
            </a:r>
            <a:r>
              <a:rPr lang="en-US" sz="1800" b="0" i="0" dirty="0" err="1">
                <a:solidFill>
                  <a:srgbClr val="000000"/>
                </a:solidFill>
                <a:effectLst/>
                <a:highlight>
                  <a:srgbClr val="FFFFFF"/>
                </a:highlight>
                <a:latin typeface="Aptos" panose="020B0004020202020204" pitchFamily="34" charset="0"/>
              </a:rPr>
              <a:t>Title":Fair</a:t>
            </a:r>
            <a:r>
              <a:rPr lang="en-US" sz="1800" b="0" i="0" dirty="0">
                <a:solidFill>
                  <a:srgbClr val="000000"/>
                </a:solidFill>
                <a:effectLst/>
                <a:highlight>
                  <a:srgbClr val="FFFFFF"/>
                </a:highlight>
                <a:latin typeface="Aptos" panose="020B0004020202020204" pitchFamily="34" charset="0"/>
              </a:rPr>
              <a:t>*) OR ("Document Title":</a:t>
            </a:r>
            <a:r>
              <a:rPr lang="en-US" sz="1800" b="0" i="0" dirty="0" err="1">
                <a:solidFill>
                  <a:srgbClr val="000000"/>
                </a:solidFill>
                <a:effectLst/>
                <a:highlight>
                  <a:srgbClr val="FFFFFF"/>
                </a:highlight>
                <a:latin typeface="Aptos" panose="020B0004020202020204" pitchFamily="34" charset="0"/>
              </a:rPr>
              <a:t>Discriminat</a:t>
            </a:r>
            <a:r>
              <a:rPr lang="en-US" sz="1800" b="0" i="0" dirty="0">
                <a:solidFill>
                  <a:srgbClr val="000000"/>
                </a:solidFill>
                <a:effectLst/>
                <a:highlight>
                  <a:srgbClr val="FFFFFF"/>
                </a:highlight>
                <a:latin typeface="Aptos" panose="020B0004020202020204" pitchFamily="34" charset="0"/>
              </a:rPr>
              <a:t>* ))  </a:t>
            </a:r>
          </a:p>
          <a:p>
            <a:pPr marL="342900" lvl="1" indent="0">
              <a:buNone/>
            </a:pPr>
            <a:endParaRPr lang="en-US" sz="1800" dirty="0">
              <a:solidFill>
                <a:srgbClr val="000000"/>
              </a:solidFill>
              <a:highlight>
                <a:srgbClr val="FFFFFF"/>
              </a:highlight>
              <a:latin typeface="Aptos" panose="020B0004020202020204" pitchFamily="34" charset="0"/>
            </a:endParaRPr>
          </a:p>
          <a:p>
            <a:pPr marL="342900" lvl="1" indent="0">
              <a:buNone/>
            </a:pPr>
            <a:r>
              <a:rPr lang="en-US" sz="2200" b="1" dirty="0">
                <a:solidFill>
                  <a:srgbClr val="C51926"/>
                </a:solidFill>
                <a:highlight>
                  <a:srgbClr val="FFFFFF"/>
                </a:highlight>
                <a:latin typeface="Open Sans" panose="020B0606030504020204" pitchFamily="34" charset="0"/>
                <a:ea typeface="Open Sans" panose="020B0606030504020204" pitchFamily="34" charset="0"/>
                <a:cs typeface="Open Sans" panose="020B0606030504020204" pitchFamily="34" charset="0"/>
              </a:rPr>
              <a:t>Sources</a:t>
            </a:r>
          </a:p>
          <a:p>
            <a:pPr marL="342900" lvl="1" indent="0">
              <a:buNone/>
            </a:pPr>
            <a:r>
              <a:rPr lang="en-US" sz="1800" dirty="0">
                <a:solidFill>
                  <a:srgbClr val="000000"/>
                </a:solidFill>
                <a:highlight>
                  <a:srgbClr val="FFFFFF"/>
                </a:highlight>
                <a:latin typeface="Aptos" panose="020B0004020202020204" pitchFamily="34" charset="0"/>
              </a:rPr>
              <a:t>IEEE, ACM, Springer </a:t>
            </a:r>
            <a:endParaRPr lang="en-US" sz="1800" b="0" i="0" dirty="0">
              <a:solidFill>
                <a:srgbClr val="000000"/>
              </a:solidFill>
              <a:effectLst/>
              <a:highlight>
                <a:srgbClr val="FFFFFF"/>
              </a:highlight>
              <a:latin typeface="Aptos" panose="020B0004020202020204" pitchFamily="34" charset="0"/>
            </a:endParaRPr>
          </a:p>
          <a:p>
            <a:pPr marL="342900" lvl="1" indent="0">
              <a:buNone/>
            </a:pPr>
            <a:endParaRPr lang="en-US" sz="1800" dirty="0">
              <a:solidFill>
                <a:srgbClr val="000000"/>
              </a:solidFill>
              <a:highlight>
                <a:srgbClr val="FFFFFF"/>
              </a:highlight>
              <a:latin typeface="Aptos" panose="020B0004020202020204" pitchFamily="34" charset="0"/>
              <a:ea typeface="Open Sans" panose="020B0606030504020204" pitchFamily="34" charset="0"/>
              <a:cs typeface="Open Sans" panose="020B0606030504020204" pitchFamily="34" charset="0"/>
            </a:endParaRPr>
          </a:p>
          <a:p>
            <a:pPr marL="342900" lvl="1" indent="0">
              <a:buNone/>
            </a:pPr>
            <a:endPar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54494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sz="28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Systematic Literature Review </a:t>
            </a:r>
            <a:endParaRPr lang="en-US" dirty="0"/>
          </a:p>
        </p:txBody>
      </p:sp>
      <p:sp>
        <p:nvSpPr>
          <p:cNvPr id="4" name="Text Placeholder 3">
            <a:extLst>
              <a:ext uri="{FF2B5EF4-FFF2-40B4-BE49-F238E27FC236}">
                <a16:creationId xmlns:a16="http://schemas.microsoft.com/office/drawing/2014/main" id="{5C4DDE12-1F91-33BC-918A-DBFB7BE2B423}"/>
              </a:ext>
            </a:extLst>
          </p:cNvPr>
          <p:cNvSpPr>
            <a:spLocks noGrp="1"/>
          </p:cNvSpPr>
          <p:nvPr>
            <p:ph type="body" sz="quarter" idx="13"/>
          </p:nvPr>
        </p:nvSpPr>
        <p:spPr>
          <a:xfrm>
            <a:off x="626534" y="1350337"/>
            <a:ext cx="5469466" cy="4233430"/>
          </a:xfrm>
        </p:spPr>
        <p:txBody>
          <a:bodyPr/>
          <a:lstStyle/>
          <a:p>
            <a:pPr marL="342900" lvl="1" indent="0">
              <a:buNone/>
            </a:pPr>
            <a:r>
              <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Inclusion Criteria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Include studies that focus on fairness or discrimination in the context of software development.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Include academic papers and publications available in reputable peer-reviewed journals or conference proceedings.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Include studies published within the last 10 years (2014 to present) to ensure the inclusion of recent and relevant literature. </a:t>
            </a:r>
            <a:r>
              <a:rPr lang="en-US" sz="1800" b="1" i="0" dirty="0">
                <a:solidFill>
                  <a:srgbClr val="000000"/>
                </a:solidFill>
                <a:effectLst/>
                <a:highlight>
                  <a:srgbClr val="FFFFFF"/>
                </a:highlight>
                <a:latin typeface="Aptos" panose="020B0004020202020204" pitchFamily="34" charset="0"/>
              </a:rPr>
              <a:t> </a:t>
            </a:r>
            <a:r>
              <a:rPr lang="en-US" sz="1800" b="0" i="0" dirty="0">
                <a:solidFill>
                  <a:srgbClr val="000000"/>
                </a:solidFill>
                <a:effectLst/>
                <a:highlight>
                  <a:srgbClr val="FFFFFF"/>
                </a:highlight>
                <a:latin typeface="Aptos" panose="020B0004020202020204" pitchFamily="34" charset="0"/>
              </a:rPr>
              <a:t>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Include studies published in English to ensure the ability to comprehend and extract relevant information.    </a:t>
            </a:r>
          </a:p>
          <a:p>
            <a:pPr marL="342900" lvl="1" indent="0">
              <a:buNone/>
            </a:pPr>
            <a:endParaRPr lang="en-US" sz="1800" dirty="0">
              <a:solidFill>
                <a:srgbClr val="000000"/>
              </a:solidFill>
              <a:highlight>
                <a:srgbClr val="FFFFFF"/>
              </a:highlight>
              <a:latin typeface="Aptos" panose="020B0004020202020204" pitchFamily="34" charset="0"/>
              <a:ea typeface="Open Sans" panose="020B0606030504020204" pitchFamily="34" charset="0"/>
              <a:cs typeface="Open Sans" panose="020B0606030504020204" pitchFamily="34" charset="0"/>
            </a:endParaRPr>
          </a:p>
          <a:p>
            <a:pPr marL="342900" lvl="1" indent="0">
              <a:buNone/>
            </a:pPr>
            <a:endPar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Placeholder 3">
            <a:extLst>
              <a:ext uri="{FF2B5EF4-FFF2-40B4-BE49-F238E27FC236}">
                <a16:creationId xmlns:a16="http://schemas.microsoft.com/office/drawing/2014/main" id="{56FD50C3-4CF2-DDD0-054A-53959196F634}"/>
              </a:ext>
            </a:extLst>
          </p:cNvPr>
          <p:cNvSpPr txBox="1">
            <a:spLocks/>
          </p:cNvSpPr>
          <p:nvPr/>
        </p:nvSpPr>
        <p:spPr>
          <a:xfrm>
            <a:off x="6096000" y="1350337"/>
            <a:ext cx="5469466" cy="4233430"/>
          </a:xfrm>
          <a:prstGeom prst="rect">
            <a:avLst/>
          </a:prstGeom>
        </p:spPr>
        <p:txBody>
          <a:bodyPr/>
          <a:lstStyle>
            <a:lvl1pPr marL="400050" marR="0" indent="-285750" algn="l" defTabSz="9144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4350" marR="0" indent="-171450" algn="l" defTabSz="685800" rtl="0" eaLnBrk="1" fontAlgn="auto" latinLnBrk="0" hangingPunct="1">
              <a:lnSpc>
                <a:spcPct val="100000"/>
              </a:lnSpc>
              <a:spcBef>
                <a:spcPts val="0"/>
              </a:spcBef>
              <a:spcAft>
                <a:spcPts val="1200"/>
              </a:spcAft>
              <a:buClr>
                <a:schemeClr val="tx2"/>
              </a:buClr>
              <a:buSzTx/>
              <a:buFont typeface="Wingdings" panose="05000000000000000000" pitchFamily="2" charset="2"/>
              <a:buChar char="§"/>
              <a:tabLst/>
              <a:defRPr sz="1600" b="0" i="0" kern="1200">
                <a:solidFill>
                  <a:schemeClr val="tx1"/>
                </a:solidFill>
                <a:latin typeface="+mn-lt"/>
                <a:ea typeface="Open Sans Light" panose="020B0306030504020204" pitchFamily="34" charset="0"/>
                <a:cs typeface="Open Sans Light" panose="020B0306030504020204" pitchFamily="34" charset="0"/>
              </a:defRPr>
            </a:lvl2pPr>
            <a:lvl3pPr marL="857250" marR="0" indent="-171450" algn="l" defTabSz="685800" rtl="0" eaLnBrk="1" fontAlgn="auto" latinLnBrk="0" hangingPunct="1">
              <a:lnSpc>
                <a:spcPct val="100000"/>
              </a:lnSpc>
              <a:spcBef>
                <a:spcPts val="0"/>
              </a:spcBef>
              <a:spcAft>
                <a:spcPts val="1200"/>
              </a:spcAft>
              <a:buClr>
                <a:schemeClr val="tx2"/>
              </a:buClr>
              <a:buSzTx/>
              <a:buFont typeface="Wingdings" pitchFamily="2" charset="2"/>
              <a:buChar char="§"/>
              <a:tabLst/>
              <a:defRPr sz="1400" b="0" i="0" kern="1200">
                <a:solidFill>
                  <a:schemeClr val="tx1"/>
                </a:solidFill>
                <a:latin typeface="+mn-lt"/>
                <a:ea typeface="Open Sans Light" panose="020B0306030504020204" pitchFamily="34" charset="0"/>
                <a:cs typeface="Open Sans Light" panose="020B0306030504020204" pitchFamily="34" charset="0"/>
              </a:defRPr>
            </a:lvl3pPr>
            <a:lvl4pPr marL="1200150" marR="0" indent="-171450" algn="l" defTabSz="685800" rtl="0" eaLnBrk="1" fontAlgn="auto" latinLnBrk="0" hangingPunct="1">
              <a:lnSpc>
                <a:spcPct val="15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1543050" marR="0" indent="-171450" algn="l" defTabSz="685800" rtl="0" eaLnBrk="1" fontAlgn="auto" latinLnBrk="0" hangingPunct="1">
              <a:lnSpc>
                <a:spcPct val="90000"/>
              </a:lnSpc>
              <a:spcBef>
                <a:spcPts val="375"/>
              </a:spcBef>
              <a:spcAft>
                <a:spcPts val="0"/>
              </a:spcAft>
              <a:buClr>
                <a:schemeClr val="tx2"/>
              </a:buClr>
              <a:buSzTx/>
              <a:buFont typeface="Wingdings" pitchFamily="2" charset="2"/>
              <a:buChar char="§"/>
              <a:tabLst/>
              <a:defRPr sz="1400" b="0" i="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a:buFont typeface="Wingdings" panose="05000000000000000000" pitchFamily="2" charset="2"/>
              <a:buNone/>
            </a:pPr>
            <a:r>
              <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Exclusion Criteria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Exclude studies focusing solely on general ethics or fairness in fields unrelated to software development.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Exclude non-academic sources like blog posts, opinion pieces, or forum discussions that may lack academic rigor.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Grey literature sources such as unpublished reports, theses, dissertations, and non-peer-reviewed materials.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Studies published in other languages other than English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Publications outside the defined publication timeframe (2014 – Present) </a:t>
            </a:r>
          </a:p>
          <a:p>
            <a:pPr algn="just" rtl="0" fontAlgn="base">
              <a:buFont typeface="Arial" panose="020B0604020202020204" pitchFamily="34" charset="0"/>
              <a:buChar char="•"/>
            </a:pPr>
            <a:r>
              <a:rPr lang="en-US" sz="1800" b="0" i="0" dirty="0">
                <a:solidFill>
                  <a:srgbClr val="000000"/>
                </a:solidFill>
                <a:effectLst/>
                <a:highlight>
                  <a:srgbClr val="FFFFFF"/>
                </a:highlight>
                <a:latin typeface="Aptos" panose="020B0004020202020204" pitchFamily="34" charset="0"/>
              </a:rPr>
              <a:t>   </a:t>
            </a:r>
          </a:p>
          <a:p>
            <a:pPr marL="342900" lvl="1" indent="0">
              <a:buFont typeface="Wingdings" panose="05000000000000000000" pitchFamily="2" charset="2"/>
              <a:buNone/>
            </a:pPr>
            <a:endParaRPr lang="en-US" sz="1800" dirty="0">
              <a:solidFill>
                <a:srgbClr val="000000"/>
              </a:solidFill>
              <a:highlight>
                <a:srgbClr val="FFFFFF"/>
              </a:highlight>
              <a:latin typeface="Aptos" panose="020B0004020202020204" pitchFamily="34" charset="0"/>
              <a:ea typeface="Open Sans" panose="020B0606030504020204" pitchFamily="34" charset="0"/>
              <a:cs typeface="Open Sans" panose="020B0606030504020204" pitchFamily="34" charset="0"/>
            </a:endParaRPr>
          </a:p>
          <a:p>
            <a:pPr marL="342900" lvl="1" indent="0">
              <a:buFont typeface="Wingdings" panose="05000000000000000000" pitchFamily="2" charset="2"/>
              <a:buNone/>
            </a:pPr>
            <a:endPar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86125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sz="28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Systematic Literature Review </a:t>
            </a:r>
            <a:endParaRPr lang="en-US" dirty="0"/>
          </a:p>
        </p:txBody>
      </p:sp>
      <p:sp>
        <p:nvSpPr>
          <p:cNvPr id="4" name="Text Placeholder 3">
            <a:extLst>
              <a:ext uri="{FF2B5EF4-FFF2-40B4-BE49-F238E27FC236}">
                <a16:creationId xmlns:a16="http://schemas.microsoft.com/office/drawing/2014/main" id="{5C4DDE12-1F91-33BC-918A-DBFB7BE2B423}"/>
              </a:ext>
            </a:extLst>
          </p:cNvPr>
          <p:cNvSpPr>
            <a:spLocks noGrp="1"/>
          </p:cNvSpPr>
          <p:nvPr>
            <p:ph type="body" sz="quarter" idx="13"/>
          </p:nvPr>
        </p:nvSpPr>
        <p:spPr>
          <a:xfrm>
            <a:off x="626534" y="1350337"/>
            <a:ext cx="11029438" cy="4233430"/>
          </a:xfrm>
        </p:spPr>
        <p:txBody>
          <a:bodyPr/>
          <a:lstStyle/>
          <a:p>
            <a:pPr marL="342900" lvl="1" indent="0">
              <a:buNone/>
            </a:pPr>
            <a:r>
              <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rPr>
              <a:t>Study Selection </a:t>
            </a:r>
            <a:endParaRPr lang="en-US" sz="1800" b="0" i="0" dirty="0">
              <a:solidFill>
                <a:srgbClr val="000000"/>
              </a:solidFill>
              <a:effectLst/>
              <a:highlight>
                <a:srgbClr val="FFFFFF"/>
              </a:highlight>
              <a:latin typeface="Aptos" panose="020B0004020202020204" pitchFamily="34" charset="0"/>
            </a:endParaRPr>
          </a:p>
          <a:p>
            <a:pPr marL="342900" lvl="1" indent="0">
              <a:buNone/>
            </a:pPr>
            <a:endParaRPr lang="en-US" sz="1800" dirty="0">
              <a:solidFill>
                <a:srgbClr val="000000"/>
              </a:solidFill>
              <a:highlight>
                <a:srgbClr val="FFFFFF"/>
              </a:highlight>
              <a:latin typeface="Aptos" panose="020B0004020202020204" pitchFamily="34" charset="0"/>
              <a:ea typeface="Open Sans" panose="020B0606030504020204" pitchFamily="34" charset="0"/>
              <a:cs typeface="Open Sans" panose="020B0606030504020204" pitchFamily="34" charset="0"/>
            </a:endParaRPr>
          </a:p>
          <a:p>
            <a:pPr marL="342900" lvl="1" indent="0">
              <a:buNone/>
            </a:pPr>
            <a:endParaRPr lang="en-US" sz="2200" b="1" dirty="0">
              <a:solidFill>
                <a:srgbClr val="C51926"/>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050" name="Picture 2">
            <a:extLst>
              <a:ext uri="{FF2B5EF4-FFF2-40B4-BE49-F238E27FC236}">
                <a16:creationId xmlns:a16="http://schemas.microsoft.com/office/drawing/2014/main" id="{69ADBE21-BCB2-F87A-C953-B1A347C9A20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6028" y="1773767"/>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5FD6D9F-028A-FD68-4A5E-232C218189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9753" y="1900767"/>
            <a:ext cx="3683000" cy="3683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A534F75B-DD2B-ACB7-4FBE-401B09EB15C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82753" y="1900767"/>
            <a:ext cx="3702146" cy="370214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AD90285-6C7B-6AA7-E8E9-A683C0E1581C}"/>
              </a:ext>
            </a:extLst>
          </p:cNvPr>
          <p:cNvSpPr txBox="1"/>
          <p:nvPr/>
        </p:nvSpPr>
        <p:spPr>
          <a:xfrm>
            <a:off x="1215275" y="5507663"/>
            <a:ext cx="2451505" cy="369332"/>
          </a:xfrm>
          <a:prstGeom prst="rect">
            <a:avLst/>
          </a:prstGeom>
          <a:noFill/>
        </p:spPr>
        <p:txBody>
          <a:bodyPr wrap="none" rtlCol="0">
            <a:spAutoFit/>
          </a:bodyPr>
          <a:lstStyle/>
          <a:p>
            <a:r>
              <a:rPr lang="en-US" dirty="0"/>
              <a:t>Initial Search Results </a:t>
            </a:r>
          </a:p>
        </p:txBody>
      </p:sp>
      <p:sp>
        <p:nvSpPr>
          <p:cNvPr id="5" name="TextBox 4">
            <a:extLst>
              <a:ext uri="{FF2B5EF4-FFF2-40B4-BE49-F238E27FC236}">
                <a16:creationId xmlns:a16="http://schemas.microsoft.com/office/drawing/2014/main" id="{A0EDFA46-1D0A-16A1-76B7-87C9D6E8DAC8}"/>
              </a:ext>
            </a:extLst>
          </p:cNvPr>
          <p:cNvSpPr txBox="1"/>
          <p:nvPr/>
        </p:nvSpPr>
        <p:spPr>
          <a:xfrm>
            <a:off x="4634012" y="5507663"/>
            <a:ext cx="3044616" cy="369332"/>
          </a:xfrm>
          <a:prstGeom prst="rect">
            <a:avLst/>
          </a:prstGeom>
          <a:noFill/>
        </p:spPr>
        <p:txBody>
          <a:bodyPr wrap="none" rtlCol="0">
            <a:spAutoFit/>
          </a:bodyPr>
          <a:lstStyle/>
          <a:p>
            <a:r>
              <a:rPr lang="en-US" dirty="0"/>
              <a:t>Search Results After Filters</a:t>
            </a:r>
          </a:p>
        </p:txBody>
      </p:sp>
      <p:sp>
        <p:nvSpPr>
          <p:cNvPr id="6" name="TextBox 5">
            <a:extLst>
              <a:ext uri="{FF2B5EF4-FFF2-40B4-BE49-F238E27FC236}">
                <a16:creationId xmlns:a16="http://schemas.microsoft.com/office/drawing/2014/main" id="{794A6C42-593C-2FB3-4DAB-2CB4A5CA5514}"/>
              </a:ext>
            </a:extLst>
          </p:cNvPr>
          <p:cNvSpPr txBox="1"/>
          <p:nvPr/>
        </p:nvSpPr>
        <p:spPr>
          <a:xfrm>
            <a:off x="8588000" y="5507663"/>
            <a:ext cx="2462725" cy="369332"/>
          </a:xfrm>
          <a:prstGeom prst="rect">
            <a:avLst/>
          </a:prstGeom>
          <a:noFill/>
        </p:spPr>
        <p:txBody>
          <a:bodyPr wrap="none" rtlCol="0">
            <a:spAutoFit/>
          </a:bodyPr>
          <a:lstStyle/>
          <a:p>
            <a:r>
              <a:rPr lang="en-US" dirty="0"/>
              <a:t>Relevant Documents </a:t>
            </a:r>
          </a:p>
        </p:txBody>
      </p:sp>
    </p:spTree>
    <p:extLst>
      <p:ext uri="{BB962C8B-B14F-4D97-AF65-F5344CB8AC3E}">
        <p14:creationId xmlns:p14="http://schemas.microsoft.com/office/powerpoint/2010/main" val="304811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dirty="0"/>
              <a:t>Information Extraction  </a:t>
            </a:r>
          </a:p>
        </p:txBody>
      </p:sp>
      <p:sp>
        <p:nvSpPr>
          <p:cNvPr id="12" name="TextBox 11">
            <a:extLst>
              <a:ext uri="{FF2B5EF4-FFF2-40B4-BE49-F238E27FC236}">
                <a16:creationId xmlns:a16="http://schemas.microsoft.com/office/drawing/2014/main" id="{380AD235-EB95-246F-8851-A0E8CA0B500F}"/>
              </a:ext>
            </a:extLst>
          </p:cNvPr>
          <p:cNvSpPr txBox="1"/>
          <p:nvPr/>
        </p:nvSpPr>
        <p:spPr>
          <a:xfrm>
            <a:off x="626445" y="1350337"/>
            <a:ext cx="10515600" cy="646331"/>
          </a:xfrm>
          <a:prstGeom prst="rect">
            <a:avLst/>
          </a:prstGeom>
          <a:noFill/>
        </p:spPr>
        <p:txBody>
          <a:bodyPr wrap="square">
            <a:spAutoFit/>
          </a:bodyPr>
          <a:lstStyle/>
          <a:p>
            <a:r>
              <a:rPr lang="en-US" dirty="0"/>
              <a:t>Created a template with the following columns to extract the information from relevant papers. </a:t>
            </a:r>
          </a:p>
          <a:p>
            <a:endParaRPr lang="en-US" dirty="0"/>
          </a:p>
        </p:txBody>
      </p:sp>
      <p:sp>
        <p:nvSpPr>
          <p:cNvPr id="14" name="TextBox 13">
            <a:extLst>
              <a:ext uri="{FF2B5EF4-FFF2-40B4-BE49-F238E27FC236}">
                <a16:creationId xmlns:a16="http://schemas.microsoft.com/office/drawing/2014/main" id="{2F3CF343-6F68-3724-970A-33BE53342F1A}"/>
              </a:ext>
            </a:extLst>
          </p:cNvPr>
          <p:cNvSpPr txBox="1"/>
          <p:nvPr/>
        </p:nvSpPr>
        <p:spPr>
          <a:xfrm>
            <a:off x="626444" y="1996668"/>
            <a:ext cx="5469555" cy="4801314"/>
          </a:xfrm>
          <a:prstGeom prst="rect">
            <a:avLst/>
          </a:prstGeom>
          <a:noFill/>
        </p:spPr>
        <p:txBody>
          <a:bodyPr wrap="square">
            <a:spAutoFit/>
          </a:bodyPr>
          <a:lstStyle/>
          <a:p>
            <a:pPr marL="285750" indent="-285750">
              <a:buFont typeface="Arial" panose="020B0604020202020204" pitchFamily="34" charset="0"/>
              <a:buChar char="•"/>
            </a:pPr>
            <a:r>
              <a:rPr lang="en-US" dirty="0"/>
              <a:t>Title 	</a:t>
            </a:r>
          </a:p>
          <a:p>
            <a:pPr marL="285750" indent="-285750">
              <a:buFont typeface="Arial" panose="020B0604020202020204" pitchFamily="34" charset="0"/>
              <a:buChar char="•"/>
            </a:pPr>
            <a:r>
              <a:rPr lang="en-US" dirty="0"/>
              <a:t>Author 		</a:t>
            </a:r>
          </a:p>
          <a:p>
            <a:pPr marL="285750" indent="-285750">
              <a:buFont typeface="Arial" panose="020B0604020202020204" pitchFamily="34" charset="0"/>
              <a:buChar char="•"/>
            </a:pPr>
            <a:r>
              <a:rPr lang="en-US" dirty="0"/>
              <a:t>Publication 	</a:t>
            </a:r>
          </a:p>
          <a:p>
            <a:pPr marL="285750" indent="-285750">
              <a:buFont typeface="Arial" panose="020B0604020202020204" pitchFamily="34" charset="0"/>
              <a:buChar char="•"/>
            </a:pPr>
            <a:r>
              <a:rPr lang="en-US" dirty="0"/>
              <a:t>DOI	</a:t>
            </a:r>
          </a:p>
          <a:p>
            <a:pPr marL="285750" indent="-285750">
              <a:buFont typeface="Arial" panose="020B0604020202020204" pitchFamily="34" charset="0"/>
              <a:buChar char="•"/>
            </a:pPr>
            <a:r>
              <a:rPr lang="en-US" dirty="0"/>
              <a:t>T0 Fairness Mentioned 	</a:t>
            </a:r>
          </a:p>
          <a:p>
            <a:pPr marL="285750" indent="-285750">
              <a:buFont typeface="Arial" panose="020B0604020202020204" pitchFamily="34" charset="0"/>
              <a:buChar char="•"/>
            </a:pPr>
            <a:r>
              <a:rPr lang="en-US" dirty="0"/>
              <a:t>T1 Authors Understanding of Fairness 	</a:t>
            </a:r>
          </a:p>
          <a:p>
            <a:pPr marL="285750" indent="-285750">
              <a:buFont typeface="Arial" panose="020B0604020202020204" pitchFamily="34" charset="0"/>
              <a:buChar char="•"/>
            </a:pPr>
            <a:r>
              <a:rPr lang="en-US" dirty="0"/>
              <a:t>T2.a Motivation for fairness</a:t>
            </a:r>
          </a:p>
          <a:p>
            <a:pPr marL="285750" indent="-285750">
              <a:buFont typeface="Arial" panose="020B0604020202020204" pitchFamily="34" charset="0"/>
              <a:buChar char="•"/>
            </a:pPr>
            <a:r>
              <a:rPr lang="en-US" dirty="0"/>
              <a:t>T2.b Laws and Standards 		</a:t>
            </a:r>
          </a:p>
          <a:p>
            <a:pPr marL="285750" indent="-285750">
              <a:buFont typeface="Arial" panose="020B0604020202020204" pitchFamily="34" charset="0"/>
              <a:buChar char="•"/>
            </a:pPr>
            <a:r>
              <a:rPr lang="en-US" dirty="0"/>
              <a:t>T3 Application Domain 	</a:t>
            </a:r>
          </a:p>
          <a:p>
            <a:pPr marL="285750" indent="-285750">
              <a:buFont typeface="Arial" panose="020B0604020202020204" pitchFamily="34" charset="0"/>
              <a:buChar char="•"/>
            </a:pPr>
            <a:r>
              <a:rPr lang="en-US" dirty="0"/>
              <a:t>T4.a Fairness Measures</a:t>
            </a:r>
          </a:p>
          <a:p>
            <a:pPr marL="285750" indent="-285750">
              <a:buFont typeface="Arial" panose="020B0604020202020204" pitchFamily="34" charset="0"/>
              <a:buChar char="•"/>
            </a:pPr>
            <a:r>
              <a:rPr lang="en-US" dirty="0"/>
              <a:t>T4.b Protected Characteristics</a:t>
            </a:r>
          </a:p>
          <a:p>
            <a:pPr marL="285750" indent="-285750">
              <a:buFont typeface="Arial" panose="020B0604020202020204" pitchFamily="34" charset="0"/>
              <a:buChar char="•"/>
            </a:pPr>
            <a:r>
              <a:rPr lang="en-US" dirty="0"/>
              <a:t>T4.c Subjects		</a:t>
            </a:r>
          </a:p>
          <a:p>
            <a:pPr marL="285750" indent="-285750">
              <a:buFont typeface="Arial" panose="020B0604020202020204" pitchFamily="34" charset="0"/>
              <a:buChar char="•"/>
            </a:pPr>
            <a:endParaRPr lang="en-US" dirty="0"/>
          </a:p>
          <a:p>
            <a:r>
              <a:rPr lang="en-US" dirty="0"/>
              <a:t>		</a:t>
            </a:r>
          </a:p>
          <a:p>
            <a:endParaRPr lang="en-US" dirty="0"/>
          </a:p>
          <a:p>
            <a:endParaRPr lang="en-US" dirty="0"/>
          </a:p>
          <a:p>
            <a:r>
              <a:rPr lang="en-US" dirty="0"/>
              <a:t> </a:t>
            </a:r>
          </a:p>
        </p:txBody>
      </p:sp>
      <p:sp>
        <p:nvSpPr>
          <p:cNvPr id="15" name="TextBox 14">
            <a:extLst>
              <a:ext uri="{FF2B5EF4-FFF2-40B4-BE49-F238E27FC236}">
                <a16:creationId xmlns:a16="http://schemas.microsoft.com/office/drawing/2014/main" id="{73FB4CAD-F5D0-6212-FAE7-C3F3F037FC21}"/>
              </a:ext>
            </a:extLst>
          </p:cNvPr>
          <p:cNvSpPr txBox="1"/>
          <p:nvPr/>
        </p:nvSpPr>
        <p:spPr>
          <a:xfrm>
            <a:off x="6096000" y="1960097"/>
            <a:ext cx="5469555" cy="3970318"/>
          </a:xfrm>
          <a:prstGeom prst="rect">
            <a:avLst/>
          </a:prstGeom>
          <a:noFill/>
        </p:spPr>
        <p:txBody>
          <a:bodyPr wrap="square">
            <a:spAutoFit/>
          </a:bodyPr>
          <a:lstStyle/>
          <a:p>
            <a:pPr marL="285750" indent="-285750">
              <a:buFont typeface="Arial" panose="020B0604020202020204" pitchFamily="34" charset="0"/>
              <a:buChar char="•"/>
            </a:pPr>
            <a:r>
              <a:rPr lang="en-US" dirty="0"/>
              <a:t>T5 Type of Discrimination 	</a:t>
            </a:r>
          </a:p>
          <a:p>
            <a:pPr marL="285750" indent="-285750">
              <a:buFont typeface="Arial" panose="020B0604020202020204" pitchFamily="34" charset="0"/>
              <a:buChar char="•"/>
            </a:pPr>
            <a:r>
              <a:rPr lang="en-US" dirty="0"/>
              <a:t>T6.a Mention of Proxy </a:t>
            </a:r>
          </a:p>
          <a:p>
            <a:pPr marL="285750" indent="-285750">
              <a:buFont typeface="Arial" panose="020B0604020202020204" pitchFamily="34" charset="0"/>
              <a:buChar char="•"/>
            </a:pPr>
            <a:r>
              <a:rPr lang="en-US" dirty="0"/>
              <a:t>T6.b Measurement of Proxy</a:t>
            </a:r>
          </a:p>
          <a:p>
            <a:pPr marL="285750" indent="-285750">
              <a:buFont typeface="Arial" panose="020B0604020202020204" pitchFamily="34" charset="0"/>
              <a:buChar char="•"/>
            </a:pPr>
            <a:r>
              <a:rPr lang="en-US" dirty="0"/>
              <a:t>T7 Type of Work	</a:t>
            </a:r>
          </a:p>
          <a:p>
            <a:pPr marL="285750" indent="-285750">
              <a:buFont typeface="Arial" panose="020B0604020202020204" pitchFamily="34" charset="0"/>
              <a:buChar char="•"/>
            </a:pPr>
            <a:r>
              <a:rPr lang="en-US" dirty="0"/>
              <a:t>T8 Phase 	</a:t>
            </a:r>
          </a:p>
          <a:p>
            <a:pPr marL="285750" indent="-285750">
              <a:buFont typeface="Arial" panose="020B0604020202020204" pitchFamily="34" charset="0"/>
              <a:buChar char="•"/>
            </a:pPr>
            <a:r>
              <a:rPr lang="en-US" dirty="0"/>
              <a:t>T9 Type of Paper 	</a:t>
            </a:r>
          </a:p>
          <a:p>
            <a:pPr marL="285750" indent="-285750">
              <a:buFont typeface="Arial" panose="020B0604020202020204" pitchFamily="34" charset="0"/>
              <a:buChar char="•"/>
            </a:pPr>
            <a:r>
              <a:rPr lang="en-US" dirty="0"/>
              <a:t>T10 Threats of Violating Fairness 	</a:t>
            </a:r>
          </a:p>
          <a:p>
            <a:pPr marL="285750" indent="-285750">
              <a:buFont typeface="Arial" panose="020B0604020202020204" pitchFamily="34" charset="0"/>
              <a:buChar char="•"/>
            </a:pPr>
            <a:r>
              <a:rPr lang="en-US" dirty="0"/>
              <a:t>T11 Fairness Trade-offs	</a:t>
            </a:r>
          </a:p>
          <a:p>
            <a:pPr marL="285750" indent="-285750">
              <a:buFont typeface="Arial" panose="020B0604020202020204" pitchFamily="34" charset="0"/>
              <a:buChar char="•"/>
            </a:pPr>
            <a:r>
              <a:rPr lang="en-US" dirty="0"/>
              <a:t>T12.a Quantitative Measurement and Metrics</a:t>
            </a:r>
          </a:p>
          <a:p>
            <a:pPr marL="285750" indent="-285750">
              <a:buFont typeface="Arial" panose="020B0604020202020204" pitchFamily="34" charset="0"/>
              <a:buChar char="•"/>
            </a:pPr>
            <a:r>
              <a:rPr lang="en-US" dirty="0"/>
              <a:t>T12.b Qualitative Measurement and Metrics</a:t>
            </a:r>
          </a:p>
          <a:p>
            <a:pPr marL="285750" indent="-285750">
              <a:buFont typeface="Arial" panose="020B0604020202020204" pitchFamily="34" charset="0"/>
              <a:buChar char="•"/>
            </a:pPr>
            <a:r>
              <a:rPr lang="en-US" dirty="0"/>
              <a:t>T13 Other Terms </a:t>
            </a:r>
          </a:p>
          <a:p>
            <a:endParaRPr lang="en-US" dirty="0"/>
          </a:p>
          <a:p>
            <a:endParaRPr lang="en-US" dirty="0"/>
          </a:p>
          <a:p>
            <a:r>
              <a:rPr lang="en-US" dirty="0"/>
              <a:t> </a:t>
            </a:r>
          </a:p>
        </p:txBody>
      </p:sp>
    </p:spTree>
    <p:extLst>
      <p:ext uri="{BB962C8B-B14F-4D97-AF65-F5344CB8AC3E}">
        <p14:creationId xmlns:p14="http://schemas.microsoft.com/office/powerpoint/2010/main" val="3554064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dirty="0"/>
              <a:t>Glossary </a:t>
            </a:r>
          </a:p>
        </p:txBody>
      </p:sp>
      <p:pic>
        <p:nvPicPr>
          <p:cNvPr id="8" name="Picture 7">
            <a:extLst>
              <a:ext uri="{FF2B5EF4-FFF2-40B4-BE49-F238E27FC236}">
                <a16:creationId xmlns:a16="http://schemas.microsoft.com/office/drawing/2014/main" id="{67FB652B-A50D-956B-B7DC-61B6C5139238}"/>
              </a:ext>
            </a:extLst>
          </p:cNvPr>
          <p:cNvPicPr>
            <a:picLocks noChangeAspect="1"/>
          </p:cNvPicPr>
          <p:nvPr/>
        </p:nvPicPr>
        <p:blipFill>
          <a:blip r:embed="rId2"/>
          <a:stretch>
            <a:fillRect/>
          </a:stretch>
        </p:blipFill>
        <p:spPr>
          <a:xfrm>
            <a:off x="2417724" y="736619"/>
            <a:ext cx="6853333" cy="5384762"/>
          </a:xfrm>
          <a:prstGeom prst="rect">
            <a:avLst/>
          </a:prstGeom>
        </p:spPr>
      </p:pic>
    </p:spTree>
    <p:extLst>
      <p:ext uri="{BB962C8B-B14F-4D97-AF65-F5344CB8AC3E}">
        <p14:creationId xmlns:p14="http://schemas.microsoft.com/office/powerpoint/2010/main" val="2068124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42D0-9129-A382-BBA5-71F59F99021F}"/>
              </a:ext>
            </a:extLst>
          </p:cNvPr>
          <p:cNvSpPr>
            <a:spLocks noGrp="1"/>
          </p:cNvSpPr>
          <p:nvPr>
            <p:ph type="title"/>
          </p:nvPr>
        </p:nvSpPr>
        <p:spPr/>
        <p:txBody>
          <a:bodyPr/>
          <a:lstStyle/>
          <a:p>
            <a:r>
              <a:rPr lang="en-US" dirty="0"/>
              <a:t>Glossary </a:t>
            </a:r>
          </a:p>
        </p:txBody>
      </p:sp>
      <p:sp>
        <p:nvSpPr>
          <p:cNvPr id="7" name="TextBox 6">
            <a:extLst>
              <a:ext uri="{FF2B5EF4-FFF2-40B4-BE49-F238E27FC236}">
                <a16:creationId xmlns:a16="http://schemas.microsoft.com/office/drawing/2014/main" id="{0D89A099-CC71-D4A6-B7C7-193063265D68}"/>
              </a:ext>
            </a:extLst>
          </p:cNvPr>
          <p:cNvSpPr txBox="1"/>
          <p:nvPr/>
        </p:nvSpPr>
        <p:spPr>
          <a:xfrm>
            <a:off x="1042507" y="826044"/>
            <a:ext cx="2897341" cy="3077766"/>
          </a:xfrm>
          <a:prstGeom prst="rect">
            <a:avLst/>
          </a:prstGeom>
          <a:noFill/>
        </p:spPr>
        <p:txBody>
          <a:bodyPr wrap="square" rtlCol="0">
            <a:spAutoFit/>
          </a:bodyPr>
          <a:lstStyle/>
          <a:p>
            <a:pPr marL="285750" indent="-285750">
              <a:buFont typeface="Arial" panose="020B0604020202020204" pitchFamily="34" charset="0"/>
              <a:buChar char="•"/>
            </a:pPr>
            <a:r>
              <a:rPr lang="en-US" sz="1600" dirty="0"/>
              <a:t>Fairness Goals </a:t>
            </a:r>
          </a:p>
          <a:p>
            <a:pPr marL="285750" indent="-285750">
              <a:buFont typeface="Arial" panose="020B0604020202020204" pitchFamily="34" charset="0"/>
              <a:buChar char="•"/>
            </a:pPr>
            <a:r>
              <a:rPr lang="en-US" sz="1600" dirty="0"/>
              <a:t>Fairness Requirement </a:t>
            </a:r>
          </a:p>
          <a:p>
            <a:pPr marL="285750" indent="-285750">
              <a:buFont typeface="Arial" panose="020B0604020202020204" pitchFamily="34" charset="0"/>
              <a:buChar char="•"/>
            </a:pPr>
            <a:r>
              <a:rPr lang="en-US" sz="1600" dirty="0"/>
              <a:t>Fairness Techniques</a:t>
            </a:r>
          </a:p>
          <a:p>
            <a:pPr marL="285750" indent="-285750">
              <a:buFont typeface="Arial" panose="020B0604020202020204" pitchFamily="34" charset="0"/>
              <a:buChar char="•"/>
            </a:pPr>
            <a:r>
              <a:rPr lang="en-US" sz="1600" dirty="0"/>
              <a:t>Fairness Constraints </a:t>
            </a:r>
          </a:p>
          <a:p>
            <a:pPr marL="285750" indent="-285750">
              <a:buFont typeface="Arial" panose="020B0604020202020204" pitchFamily="34" charset="0"/>
              <a:buChar char="•"/>
            </a:pPr>
            <a:r>
              <a:rPr lang="en-US" sz="1600" dirty="0"/>
              <a:t>Fairness Audits</a:t>
            </a:r>
          </a:p>
          <a:p>
            <a:pPr marL="285750" indent="-285750">
              <a:buFont typeface="Arial" panose="020B0604020202020204" pitchFamily="34" charset="0"/>
              <a:buChar char="•"/>
            </a:pPr>
            <a:r>
              <a:rPr lang="en-US" sz="1600" dirty="0"/>
              <a:t>Fairness Measures</a:t>
            </a:r>
          </a:p>
          <a:p>
            <a:pPr marL="285750" indent="-285750">
              <a:buFont typeface="Arial" panose="020B0604020202020204" pitchFamily="34" charset="0"/>
              <a:buChar char="•"/>
            </a:pPr>
            <a:r>
              <a:rPr lang="en-US" sz="1600" dirty="0"/>
              <a:t>Group Fairness </a:t>
            </a:r>
          </a:p>
          <a:p>
            <a:pPr marL="285750" indent="-285750">
              <a:buFont typeface="Arial" panose="020B0604020202020204" pitchFamily="34" charset="0"/>
              <a:buChar char="•"/>
            </a:pPr>
            <a:r>
              <a:rPr lang="en-US" sz="1600" dirty="0"/>
              <a:t>Statistical Parity</a:t>
            </a:r>
          </a:p>
          <a:p>
            <a:pPr marL="285750" indent="-285750">
              <a:buFont typeface="Arial" panose="020B0604020202020204" pitchFamily="34" charset="0"/>
              <a:buChar char="•"/>
            </a:pPr>
            <a:r>
              <a:rPr lang="en-US" sz="1600" dirty="0"/>
              <a:t>Equal Opportunity</a:t>
            </a:r>
          </a:p>
          <a:p>
            <a:pPr marL="285750" indent="-285750">
              <a:buFont typeface="Arial" panose="020B0604020202020204" pitchFamily="34" charset="0"/>
              <a:buChar char="•"/>
            </a:pPr>
            <a:r>
              <a:rPr lang="en-US" sz="1600" dirty="0"/>
              <a:t>Equal Opportunity</a:t>
            </a:r>
          </a:p>
          <a:p>
            <a:pPr marL="285750" indent="-285750">
              <a:buFont typeface="Arial" panose="020B0604020202020204" pitchFamily="34" charset="0"/>
              <a:buChar char="•"/>
            </a:pPr>
            <a:r>
              <a:rPr lang="en-US" sz="1600" dirty="0"/>
              <a:t>Equalized Odds</a:t>
            </a:r>
          </a:p>
          <a:p>
            <a:endParaRPr lang="en-US" dirty="0"/>
          </a:p>
        </p:txBody>
      </p:sp>
      <p:sp>
        <p:nvSpPr>
          <p:cNvPr id="9" name="TextBox 8">
            <a:extLst>
              <a:ext uri="{FF2B5EF4-FFF2-40B4-BE49-F238E27FC236}">
                <a16:creationId xmlns:a16="http://schemas.microsoft.com/office/drawing/2014/main" id="{216EF4E2-E996-BDB4-5160-A15F08F15983}"/>
              </a:ext>
            </a:extLst>
          </p:cNvPr>
          <p:cNvSpPr txBox="1"/>
          <p:nvPr/>
        </p:nvSpPr>
        <p:spPr>
          <a:xfrm>
            <a:off x="4107117" y="857733"/>
            <a:ext cx="3568390" cy="3570208"/>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t>Predicitive</a:t>
            </a:r>
            <a:r>
              <a:rPr lang="en-US" sz="1600" dirty="0"/>
              <a:t> Equality</a:t>
            </a:r>
          </a:p>
          <a:p>
            <a:pPr marL="285750" indent="-285750">
              <a:buFont typeface="Arial" panose="020B0604020202020204" pitchFamily="34" charset="0"/>
              <a:buChar char="•"/>
            </a:pPr>
            <a:r>
              <a:rPr lang="en-US" sz="1600" dirty="0"/>
              <a:t>Predictive Parity</a:t>
            </a:r>
          </a:p>
          <a:p>
            <a:pPr marL="285750" indent="-285750">
              <a:buFont typeface="Arial" panose="020B0604020202020204" pitchFamily="34" charset="0"/>
              <a:buChar char="•"/>
            </a:pPr>
            <a:r>
              <a:rPr lang="en-US" sz="1600" dirty="0"/>
              <a:t>Conditional Demographic Parity</a:t>
            </a:r>
          </a:p>
          <a:p>
            <a:pPr marL="285750" indent="-285750">
              <a:buFont typeface="Arial" panose="020B0604020202020204" pitchFamily="34" charset="0"/>
              <a:buChar char="•"/>
            </a:pPr>
            <a:r>
              <a:rPr lang="en-US" sz="1600" dirty="0"/>
              <a:t>Treatment Equality</a:t>
            </a:r>
          </a:p>
          <a:p>
            <a:pPr marL="285750" indent="-285750">
              <a:buFont typeface="Arial" panose="020B0604020202020204" pitchFamily="34" charset="0"/>
              <a:buChar char="•"/>
            </a:pPr>
            <a:r>
              <a:rPr lang="en-US" sz="1600" dirty="0" err="1"/>
              <a:t>Calibiration</a:t>
            </a:r>
            <a:r>
              <a:rPr lang="en-US" sz="1600" dirty="0"/>
              <a:t> </a:t>
            </a:r>
          </a:p>
          <a:p>
            <a:pPr marL="285750" indent="-285750">
              <a:buFont typeface="Arial" panose="020B0604020202020204" pitchFamily="34" charset="0"/>
              <a:buChar char="•"/>
            </a:pPr>
            <a:r>
              <a:rPr lang="en-US" sz="1600" dirty="0"/>
              <a:t>Individual Fairness </a:t>
            </a:r>
          </a:p>
          <a:p>
            <a:pPr marL="285750" indent="-285750">
              <a:buFont typeface="Arial" panose="020B0604020202020204" pitchFamily="34" charset="0"/>
              <a:buChar char="•"/>
            </a:pPr>
            <a:r>
              <a:rPr lang="en-US" sz="1600" dirty="0"/>
              <a:t>Protected Attributes </a:t>
            </a:r>
          </a:p>
          <a:p>
            <a:pPr marL="285750" indent="-285750">
              <a:buFont typeface="Arial" panose="020B0604020202020204" pitchFamily="34" charset="0"/>
              <a:buChar char="•"/>
            </a:pPr>
            <a:r>
              <a:rPr lang="en-US" sz="1600" dirty="0"/>
              <a:t>Anti-Protected Attributes </a:t>
            </a:r>
          </a:p>
          <a:p>
            <a:pPr marL="285750" indent="-285750">
              <a:buFont typeface="Arial" panose="020B0604020202020204" pitchFamily="34" charset="0"/>
              <a:buChar char="•"/>
            </a:pPr>
            <a:r>
              <a:rPr lang="en-US" sz="1600" dirty="0"/>
              <a:t>Proxy Discrimination</a:t>
            </a:r>
          </a:p>
          <a:p>
            <a:pPr marL="285750" indent="-285750">
              <a:buFont typeface="Arial" panose="020B0604020202020204" pitchFamily="34" charset="0"/>
              <a:buChar char="•"/>
            </a:pPr>
            <a:r>
              <a:rPr lang="en-US" sz="1600" dirty="0"/>
              <a:t>Exploratory Variables</a:t>
            </a:r>
          </a:p>
          <a:p>
            <a:pPr marL="285750" indent="-285750">
              <a:buFont typeface="Arial" panose="020B0604020202020204" pitchFamily="34" charset="0"/>
              <a:buChar char="•"/>
            </a:pPr>
            <a:r>
              <a:rPr lang="en-US" sz="1600" dirty="0"/>
              <a:t>Counterfactual Fairness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endParaRPr lang="en-US" dirty="0"/>
          </a:p>
        </p:txBody>
      </p:sp>
      <p:sp>
        <p:nvSpPr>
          <p:cNvPr id="11" name="TextBox 10">
            <a:extLst>
              <a:ext uri="{FF2B5EF4-FFF2-40B4-BE49-F238E27FC236}">
                <a16:creationId xmlns:a16="http://schemas.microsoft.com/office/drawing/2014/main" id="{B210D6A5-ED67-DE44-7F09-68DA2E81F7BE}"/>
              </a:ext>
            </a:extLst>
          </p:cNvPr>
          <p:cNvSpPr txBox="1"/>
          <p:nvPr/>
        </p:nvSpPr>
        <p:spPr>
          <a:xfrm>
            <a:off x="7675507" y="857733"/>
            <a:ext cx="3568390" cy="3046988"/>
          </a:xfrm>
          <a:prstGeom prst="rect">
            <a:avLst/>
          </a:prstGeom>
          <a:noFill/>
        </p:spPr>
        <p:txBody>
          <a:bodyPr wrap="square" rtlCol="0">
            <a:spAutoFit/>
          </a:bodyPr>
          <a:lstStyle/>
          <a:p>
            <a:pPr marL="285750" indent="-285750">
              <a:buFont typeface="Arial" panose="020B0604020202020204" pitchFamily="34" charset="0"/>
              <a:buChar char="•"/>
            </a:pPr>
            <a:r>
              <a:rPr lang="en-US" sz="1600" dirty="0"/>
              <a:t>Data Subject </a:t>
            </a:r>
          </a:p>
          <a:p>
            <a:pPr marL="285750" indent="-285750">
              <a:buFont typeface="Arial" panose="020B0604020202020204" pitchFamily="34" charset="0"/>
              <a:buChar char="•"/>
            </a:pPr>
            <a:r>
              <a:rPr lang="en-US" sz="1600" dirty="0"/>
              <a:t>Threat</a:t>
            </a:r>
          </a:p>
          <a:p>
            <a:pPr marL="285750" indent="-285750">
              <a:buFont typeface="Arial" panose="020B0604020202020204" pitchFamily="34" charset="0"/>
              <a:buChar char="•"/>
            </a:pPr>
            <a:r>
              <a:rPr lang="en-US" sz="1600" dirty="0"/>
              <a:t>Vulnerabilities </a:t>
            </a:r>
          </a:p>
          <a:p>
            <a:pPr marL="285750" indent="-285750">
              <a:buFont typeface="Arial" panose="020B0604020202020204" pitchFamily="34" charset="0"/>
              <a:buChar char="•"/>
            </a:pPr>
            <a:r>
              <a:rPr lang="en-US" sz="1600" dirty="0"/>
              <a:t>Risk</a:t>
            </a:r>
          </a:p>
          <a:p>
            <a:pPr marL="285750" indent="-285750">
              <a:buFont typeface="Arial" panose="020B0604020202020204" pitchFamily="34" charset="0"/>
              <a:buChar char="•"/>
            </a:pPr>
            <a:r>
              <a:rPr lang="en-US" sz="1600" dirty="0"/>
              <a:t>Stakeholder Involvement</a:t>
            </a:r>
          </a:p>
          <a:p>
            <a:pPr marL="285750" indent="-285750">
              <a:buFont typeface="Arial" panose="020B0604020202020204" pitchFamily="34" charset="0"/>
              <a:buChar char="•"/>
            </a:pPr>
            <a:r>
              <a:rPr lang="en-US" sz="1600" dirty="0"/>
              <a:t>Subgroup Fairness</a:t>
            </a:r>
          </a:p>
          <a:p>
            <a:pPr marL="285750" indent="-285750">
              <a:buFont typeface="Arial" panose="020B0604020202020204" pitchFamily="34" charset="0"/>
              <a:buChar char="•"/>
            </a:pPr>
            <a:r>
              <a:rPr lang="en-US" sz="1600" dirty="0"/>
              <a:t>Intersectional Fairness</a:t>
            </a:r>
          </a:p>
          <a:p>
            <a:pPr marL="285750" indent="-285750">
              <a:buFont typeface="Arial" panose="020B0604020202020204" pitchFamily="34" charset="0"/>
              <a:buChar char="•"/>
            </a:pPr>
            <a:r>
              <a:rPr lang="en-US" sz="1600" dirty="0"/>
              <a:t>Causal Fairness</a:t>
            </a:r>
          </a:p>
          <a:p>
            <a:pPr marL="285750" indent="-285750">
              <a:buFont typeface="Arial" panose="020B0604020202020204" pitchFamily="34" charset="0"/>
              <a:buChar char="•"/>
            </a:pPr>
            <a:r>
              <a:rPr lang="en-US" sz="1600" dirty="0"/>
              <a:t>Temporal Fairness</a:t>
            </a:r>
          </a:p>
          <a:p>
            <a:pPr marL="285750" indent="-285750">
              <a:buFont typeface="Arial" panose="020B0604020202020204" pitchFamily="34" charset="0"/>
              <a:buChar char="•"/>
            </a:pPr>
            <a:r>
              <a:rPr lang="en-US" sz="1600" dirty="0"/>
              <a:t>Robust Fairness</a:t>
            </a:r>
          </a:p>
          <a:p>
            <a:pPr marL="285750" indent="-285750">
              <a:buFont typeface="Arial" panose="020B0604020202020204" pitchFamily="34" charset="0"/>
              <a:buChar char="•"/>
            </a:pPr>
            <a:r>
              <a:rPr lang="en-US" sz="1600" dirty="0"/>
              <a:t>Fairness Through Awareness</a:t>
            </a:r>
          </a:p>
          <a:p>
            <a:pPr marL="285750" indent="-285750">
              <a:buFont typeface="Arial" panose="020B0604020202020204" pitchFamily="34" charset="0"/>
              <a:buChar char="•"/>
            </a:pPr>
            <a:endParaRPr lang="en-US" sz="1600" dirty="0"/>
          </a:p>
        </p:txBody>
      </p:sp>
      <p:pic>
        <p:nvPicPr>
          <p:cNvPr id="13" name="Picture 12">
            <a:extLst>
              <a:ext uri="{FF2B5EF4-FFF2-40B4-BE49-F238E27FC236}">
                <a16:creationId xmlns:a16="http://schemas.microsoft.com/office/drawing/2014/main" id="{F0CD2DE4-2464-1474-ED07-9163F1C4CD02}"/>
              </a:ext>
            </a:extLst>
          </p:cNvPr>
          <p:cNvPicPr>
            <a:picLocks noChangeAspect="1"/>
          </p:cNvPicPr>
          <p:nvPr/>
        </p:nvPicPr>
        <p:blipFill>
          <a:blip r:embed="rId2"/>
          <a:stretch>
            <a:fillRect/>
          </a:stretch>
        </p:blipFill>
        <p:spPr>
          <a:xfrm>
            <a:off x="1184685" y="3677753"/>
            <a:ext cx="9399117" cy="2354203"/>
          </a:xfrm>
          <a:prstGeom prst="rect">
            <a:avLst/>
          </a:prstGeom>
        </p:spPr>
      </p:pic>
    </p:spTree>
    <p:extLst>
      <p:ext uri="{BB962C8B-B14F-4D97-AF65-F5344CB8AC3E}">
        <p14:creationId xmlns:p14="http://schemas.microsoft.com/office/powerpoint/2010/main" val="2694641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E604-C037-C3AA-B232-FEEAA9685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18829-F17E-195D-7383-E15DC50AA077}"/>
              </a:ext>
            </a:extLst>
          </p:cNvPr>
          <p:cNvSpPr>
            <a:spLocks noGrp="1"/>
          </p:cNvSpPr>
          <p:nvPr>
            <p:ph type="title"/>
          </p:nvPr>
        </p:nvSpPr>
        <p:spPr/>
        <p:txBody>
          <a:bodyPr/>
          <a:lstStyle/>
          <a:p>
            <a:r>
              <a:rPr lang="en-US" dirty="0"/>
              <a:t>Methodology (Completed)</a:t>
            </a:r>
          </a:p>
        </p:txBody>
      </p:sp>
      <p:sp>
        <p:nvSpPr>
          <p:cNvPr id="4" name="Text Placeholder 3">
            <a:extLst>
              <a:ext uri="{FF2B5EF4-FFF2-40B4-BE49-F238E27FC236}">
                <a16:creationId xmlns:a16="http://schemas.microsoft.com/office/drawing/2014/main" id="{ED956200-51B1-79DC-B475-C2B167822CD2}"/>
              </a:ext>
            </a:extLst>
          </p:cNvPr>
          <p:cNvSpPr>
            <a:spLocks noGrp="1"/>
          </p:cNvSpPr>
          <p:nvPr>
            <p:ph type="body" sz="quarter" idx="13"/>
          </p:nvPr>
        </p:nvSpPr>
        <p:spPr>
          <a:xfrm>
            <a:off x="626534" y="1350337"/>
            <a:ext cx="10640556" cy="4233430"/>
          </a:xfrm>
        </p:spPr>
        <p:txBody>
          <a:bodyPr/>
          <a:lstStyle/>
          <a:p>
            <a:pPr marL="114300" indent="0">
              <a:buNone/>
            </a:pPr>
            <a:r>
              <a:rPr lang="en-US" b="1" dirty="0">
                <a:solidFill>
                  <a:srgbClr val="C51926"/>
                </a:solidFill>
              </a:rPr>
              <a:t>RQ2: </a:t>
            </a:r>
            <a:r>
              <a:rPr lang="en-US" sz="1800" b="0" dirty="0"/>
              <a:t>How can the relationships between the identified concepts be effectively expressed and structured in a conceptual model for specifying fairness-related requirements in software? </a:t>
            </a:r>
          </a:p>
          <a:p>
            <a:pPr marL="114300" indent="0">
              <a:buNone/>
            </a:pPr>
            <a:r>
              <a:rPr lang="en-US" b="1" dirty="0">
                <a:solidFill>
                  <a:srgbClr val="C51926"/>
                </a:solidFill>
              </a:rPr>
              <a:t>Methodology: </a:t>
            </a:r>
          </a:p>
          <a:p>
            <a:pPr lvl="1"/>
            <a:r>
              <a:rPr lang="en-US" b="1" dirty="0"/>
              <a:t>Conceptual Mapping </a:t>
            </a:r>
            <a:r>
              <a:rPr lang="en-US" dirty="0"/>
              <a:t>– Visualization and mapping of relationships between identified fairness-related concepts using </a:t>
            </a:r>
            <a:r>
              <a:rPr lang="en-US" dirty="0" err="1"/>
              <a:t>MindMeister</a:t>
            </a:r>
            <a:r>
              <a:rPr lang="en-US" dirty="0"/>
              <a:t>.</a:t>
            </a:r>
          </a:p>
          <a:p>
            <a:pPr lvl="1"/>
            <a:r>
              <a:rPr lang="en-US" b="1" dirty="0"/>
              <a:t>Model Design </a:t>
            </a:r>
            <a:r>
              <a:rPr lang="en-US" dirty="0"/>
              <a:t>– Design a conceptual model based on the mapped relationships and dependencies using draw.io.</a:t>
            </a:r>
          </a:p>
          <a:p>
            <a:pPr lvl="1"/>
            <a:r>
              <a:rPr lang="en-US" b="1" dirty="0"/>
              <a:t>Iterative Refinement </a:t>
            </a:r>
            <a:r>
              <a:rPr lang="en-US" dirty="0"/>
              <a:t>– Iteratively refine the initial conceptual model.</a:t>
            </a:r>
          </a:p>
        </p:txBody>
      </p:sp>
    </p:spTree>
    <p:extLst>
      <p:ext uri="{BB962C8B-B14F-4D97-AF65-F5344CB8AC3E}">
        <p14:creationId xmlns:p14="http://schemas.microsoft.com/office/powerpoint/2010/main" val="1965974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EE604-C037-C3AA-B232-FEEAA9685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18829-F17E-195D-7383-E15DC50AA077}"/>
              </a:ext>
            </a:extLst>
          </p:cNvPr>
          <p:cNvSpPr>
            <a:spLocks noGrp="1"/>
          </p:cNvSpPr>
          <p:nvPr>
            <p:ph type="title"/>
          </p:nvPr>
        </p:nvSpPr>
        <p:spPr/>
        <p:txBody>
          <a:bodyPr/>
          <a:lstStyle/>
          <a:p>
            <a:r>
              <a:rPr lang="en-US" dirty="0"/>
              <a:t>Conceptual Model </a:t>
            </a:r>
          </a:p>
        </p:txBody>
      </p:sp>
      <p:pic>
        <p:nvPicPr>
          <p:cNvPr id="7" name="Picture 6" descr="A black background with white rectangles&#10;&#10;Description automatically generated">
            <a:extLst>
              <a:ext uri="{FF2B5EF4-FFF2-40B4-BE49-F238E27FC236}">
                <a16:creationId xmlns:a16="http://schemas.microsoft.com/office/drawing/2014/main" id="{954FF0C2-374B-5905-C34A-19AFE9706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380" y="977861"/>
            <a:ext cx="10677239" cy="4697085"/>
          </a:xfrm>
          <a:prstGeom prst="rect">
            <a:avLst/>
          </a:prstGeom>
        </p:spPr>
      </p:pic>
    </p:spTree>
    <p:extLst>
      <p:ext uri="{BB962C8B-B14F-4D97-AF65-F5344CB8AC3E}">
        <p14:creationId xmlns:p14="http://schemas.microsoft.com/office/powerpoint/2010/main" val="3221410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45AF-8193-DD8E-6596-6F58AECC5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4AC2C-3D86-D201-E4F2-5B92CFCFB288}"/>
              </a:ext>
            </a:extLst>
          </p:cNvPr>
          <p:cNvSpPr>
            <a:spLocks noGrp="1"/>
          </p:cNvSpPr>
          <p:nvPr>
            <p:ph type="title"/>
          </p:nvPr>
        </p:nvSpPr>
        <p:spPr/>
        <p:txBody>
          <a:bodyPr/>
          <a:lstStyle/>
          <a:p>
            <a:r>
              <a:rPr lang="en-US" dirty="0"/>
              <a:t>Methodology (To do)</a:t>
            </a:r>
          </a:p>
        </p:txBody>
      </p:sp>
      <p:sp>
        <p:nvSpPr>
          <p:cNvPr id="4" name="Text Placeholder 3">
            <a:extLst>
              <a:ext uri="{FF2B5EF4-FFF2-40B4-BE49-F238E27FC236}">
                <a16:creationId xmlns:a16="http://schemas.microsoft.com/office/drawing/2014/main" id="{3DEBA8AD-ECC6-0ECB-696C-E4158EF9FD23}"/>
              </a:ext>
            </a:extLst>
          </p:cNvPr>
          <p:cNvSpPr>
            <a:spLocks noGrp="1"/>
          </p:cNvSpPr>
          <p:nvPr>
            <p:ph type="body" sz="quarter" idx="13"/>
          </p:nvPr>
        </p:nvSpPr>
        <p:spPr>
          <a:xfrm>
            <a:off x="626533" y="1350337"/>
            <a:ext cx="5469467" cy="4233430"/>
          </a:xfrm>
        </p:spPr>
        <p:txBody>
          <a:bodyPr/>
          <a:lstStyle/>
          <a:p>
            <a:pPr marL="114300" indent="0">
              <a:buNone/>
            </a:pPr>
            <a:r>
              <a:rPr lang="en-US" b="1" dirty="0">
                <a:solidFill>
                  <a:srgbClr val="C51926"/>
                </a:solidFill>
              </a:rPr>
              <a:t>RQ3: </a:t>
            </a:r>
            <a:r>
              <a:rPr lang="en-US" sz="1800" dirty="0"/>
              <a:t>How can the MASTER template be modified effectively to incorporate explicit fairness conditions in software requirements?</a:t>
            </a:r>
          </a:p>
          <a:p>
            <a:pPr marL="114300" indent="0">
              <a:buNone/>
            </a:pPr>
            <a:r>
              <a:rPr lang="en-US" b="1" dirty="0">
                <a:solidFill>
                  <a:srgbClr val="C51926"/>
                </a:solidFill>
              </a:rPr>
              <a:t>Methodology: </a:t>
            </a:r>
          </a:p>
          <a:p>
            <a:pPr lvl="1"/>
            <a:r>
              <a:rPr lang="en-US" b="1" dirty="0"/>
              <a:t>Template Analysis </a:t>
            </a:r>
            <a:r>
              <a:rPr lang="en-US" dirty="0"/>
              <a:t>– Analyze the structure and content of the existing MASTER template.</a:t>
            </a:r>
          </a:p>
          <a:p>
            <a:pPr lvl="1"/>
            <a:r>
              <a:rPr lang="en-US" b="1" dirty="0"/>
              <a:t>Gap Identification </a:t>
            </a:r>
            <a:r>
              <a:rPr lang="en-US" dirty="0"/>
              <a:t>– Identify gaps or deficiencies in the MASTER template concerning the inclusion of fairness-related requirements.</a:t>
            </a:r>
          </a:p>
          <a:p>
            <a:pPr lvl="1"/>
            <a:r>
              <a:rPr lang="en-US" b="1" dirty="0"/>
              <a:t>Extension Design </a:t>
            </a:r>
            <a:r>
              <a:rPr lang="en-US" dirty="0"/>
              <a:t>– Proposal of modifications or additions to the MASTER template using draw.io.</a:t>
            </a:r>
          </a:p>
        </p:txBody>
      </p:sp>
      <p:sp>
        <p:nvSpPr>
          <p:cNvPr id="11" name="Arrow: Down 10">
            <a:extLst>
              <a:ext uri="{FF2B5EF4-FFF2-40B4-BE49-F238E27FC236}">
                <a16:creationId xmlns:a16="http://schemas.microsoft.com/office/drawing/2014/main" id="{3C1AA08E-CFB5-D0BE-B78F-A64A0671D93B}"/>
              </a:ext>
            </a:extLst>
          </p:cNvPr>
          <p:cNvSpPr/>
          <p:nvPr/>
        </p:nvSpPr>
        <p:spPr>
          <a:xfrm>
            <a:off x="8136025" y="2969507"/>
            <a:ext cx="584462" cy="9144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diagram of a computer process&#10;&#10;Description automatically generated">
            <a:extLst>
              <a:ext uri="{FF2B5EF4-FFF2-40B4-BE49-F238E27FC236}">
                <a16:creationId xmlns:a16="http://schemas.microsoft.com/office/drawing/2014/main" id="{8B1E1474-4774-BE4D-EAFD-F48FDC1924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8296" y="4181508"/>
            <a:ext cx="6033658" cy="1462024"/>
          </a:xfrm>
          <a:prstGeom prst="rect">
            <a:avLst/>
          </a:prstGeom>
        </p:spPr>
      </p:pic>
      <p:sp>
        <p:nvSpPr>
          <p:cNvPr id="14" name="TextBox 13">
            <a:extLst>
              <a:ext uri="{FF2B5EF4-FFF2-40B4-BE49-F238E27FC236}">
                <a16:creationId xmlns:a16="http://schemas.microsoft.com/office/drawing/2014/main" id="{E6D43E8B-2CAF-60EB-E2AB-D9E971A577E0}"/>
              </a:ext>
            </a:extLst>
          </p:cNvPr>
          <p:cNvSpPr txBox="1"/>
          <p:nvPr/>
        </p:nvSpPr>
        <p:spPr>
          <a:xfrm>
            <a:off x="7768278" y="5536872"/>
            <a:ext cx="2473693" cy="292388"/>
          </a:xfrm>
          <a:prstGeom prst="rect">
            <a:avLst/>
          </a:prstGeom>
          <a:noFill/>
        </p:spPr>
        <p:txBody>
          <a:bodyPr wrap="square" rtlCol="0">
            <a:spAutoFit/>
          </a:bodyPr>
          <a:lstStyle/>
          <a:p>
            <a:r>
              <a:rPr lang="en-US" sz="1300" b="1"/>
              <a:t>Extended Master Template </a:t>
            </a:r>
          </a:p>
        </p:txBody>
      </p:sp>
      <p:pic>
        <p:nvPicPr>
          <p:cNvPr id="5" name="Picture 4" descr="A diagram of a process&#10;&#10;Description automatically generated">
            <a:extLst>
              <a:ext uri="{FF2B5EF4-FFF2-40B4-BE49-F238E27FC236}">
                <a16:creationId xmlns:a16="http://schemas.microsoft.com/office/drawing/2014/main" id="{F68D723A-2CD7-7992-42AB-CCCDCCFA1A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3810" y="1355497"/>
            <a:ext cx="4050423" cy="1680925"/>
          </a:xfrm>
          <a:prstGeom prst="rect">
            <a:avLst/>
          </a:prstGeom>
        </p:spPr>
      </p:pic>
    </p:spTree>
    <p:extLst>
      <p:ext uri="{BB962C8B-B14F-4D97-AF65-F5344CB8AC3E}">
        <p14:creationId xmlns:p14="http://schemas.microsoft.com/office/powerpoint/2010/main" val="3858797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D9374-58E3-463C-57B4-92879BE83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65D9E-5F79-AD4D-F423-7E768D574CC8}"/>
              </a:ext>
            </a:extLst>
          </p:cNvPr>
          <p:cNvSpPr>
            <a:spLocks noGrp="1"/>
          </p:cNvSpPr>
          <p:nvPr>
            <p:ph type="title"/>
          </p:nvPr>
        </p:nvSpPr>
        <p:spPr/>
        <p:txBody>
          <a:bodyPr/>
          <a:lstStyle/>
          <a:p>
            <a:r>
              <a:rPr lang="en-US" dirty="0"/>
              <a:t>Methodology (To do)</a:t>
            </a:r>
          </a:p>
        </p:txBody>
      </p:sp>
      <p:sp>
        <p:nvSpPr>
          <p:cNvPr id="4" name="Text Placeholder 3">
            <a:extLst>
              <a:ext uri="{FF2B5EF4-FFF2-40B4-BE49-F238E27FC236}">
                <a16:creationId xmlns:a16="http://schemas.microsoft.com/office/drawing/2014/main" id="{C00A6D7A-BCB4-D767-EEDF-E2918B22B667}"/>
              </a:ext>
            </a:extLst>
          </p:cNvPr>
          <p:cNvSpPr>
            <a:spLocks noGrp="1"/>
          </p:cNvSpPr>
          <p:nvPr>
            <p:ph type="body" sz="quarter" idx="13"/>
          </p:nvPr>
        </p:nvSpPr>
        <p:spPr>
          <a:xfrm>
            <a:off x="626533" y="1350337"/>
            <a:ext cx="6057071" cy="4233430"/>
          </a:xfrm>
        </p:spPr>
        <p:txBody>
          <a:bodyPr/>
          <a:lstStyle/>
          <a:p>
            <a:pPr marL="114300" indent="0">
              <a:buNone/>
            </a:pPr>
            <a:r>
              <a:rPr lang="en-US" sz="1600" b="1">
                <a:solidFill>
                  <a:srgbClr val="C51926"/>
                </a:solidFill>
              </a:rPr>
              <a:t>RQ4: </a:t>
            </a:r>
            <a:r>
              <a:rPr lang="en-US" sz="1600"/>
              <a:t>How can the applicability of the developed MASTER template be evaluated through a real-world case study? </a:t>
            </a:r>
          </a:p>
          <a:p>
            <a:pPr marL="114300" indent="0">
              <a:buNone/>
            </a:pPr>
            <a:r>
              <a:rPr lang="en-US" sz="1600" b="1">
                <a:solidFill>
                  <a:srgbClr val="C51926"/>
                </a:solidFill>
              </a:rPr>
              <a:t>Methodology: </a:t>
            </a:r>
          </a:p>
          <a:p>
            <a:pPr lvl="1"/>
            <a:r>
              <a:rPr lang="en-US" b="1"/>
              <a:t>Validation Testing </a:t>
            </a:r>
            <a:r>
              <a:rPr lang="en-US"/>
              <a:t>– Testing the conceptual model and extended MASTER template against real-world scenarios and use cases.</a:t>
            </a:r>
          </a:p>
          <a:p>
            <a:pPr lvl="1"/>
            <a:r>
              <a:rPr lang="en-US" b="1"/>
              <a:t>Feedback Collection </a:t>
            </a:r>
            <a:r>
              <a:rPr lang="en-US"/>
              <a:t>– Gathering feedback from peers and supervisors on the applicability and effectiveness of the conceptual model and extended MASTER template.</a:t>
            </a:r>
          </a:p>
          <a:p>
            <a:pPr lvl="1"/>
            <a:r>
              <a:rPr lang="en-US" b="1"/>
              <a:t>Analysis</a:t>
            </a:r>
            <a:r>
              <a:rPr lang="en-US"/>
              <a:t> – Analysis of collected feedback to identify strengths, weaknesses, and areas for improvement using tools such as Microsoft Excel or Google Sheets.</a:t>
            </a:r>
          </a:p>
          <a:p>
            <a:pPr lvl="1"/>
            <a:r>
              <a:rPr lang="en-US" b="1"/>
              <a:t>Documentation </a:t>
            </a:r>
            <a:r>
              <a:rPr lang="en-US"/>
              <a:t>– Document the validation findings and recommendations for future adoption and implementation using tools such as Microsoft Word or Google Docs.</a:t>
            </a:r>
          </a:p>
          <a:p>
            <a:pPr marL="114300" indent="0">
              <a:buNone/>
            </a:pPr>
            <a:endParaRPr lang="en-US"/>
          </a:p>
        </p:txBody>
      </p:sp>
      <p:pic>
        <p:nvPicPr>
          <p:cNvPr id="8" name="Picture 7" descr="A diagram of a computer process&#10;&#10;Description automatically generated">
            <a:extLst>
              <a:ext uri="{FF2B5EF4-FFF2-40B4-BE49-F238E27FC236}">
                <a16:creationId xmlns:a16="http://schemas.microsoft.com/office/drawing/2014/main" id="{66107593-9F10-DF4A-673A-99C6E78189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3304" y="2052858"/>
            <a:ext cx="5232935" cy="1268000"/>
          </a:xfrm>
          <a:prstGeom prst="rect">
            <a:avLst/>
          </a:prstGeom>
        </p:spPr>
      </p:pic>
      <p:sp>
        <p:nvSpPr>
          <p:cNvPr id="10" name="TextBox 9">
            <a:extLst>
              <a:ext uri="{FF2B5EF4-FFF2-40B4-BE49-F238E27FC236}">
                <a16:creationId xmlns:a16="http://schemas.microsoft.com/office/drawing/2014/main" id="{06AAB93F-33A1-CB6E-9438-EA5080FDA77A}"/>
              </a:ext>
            </a:extLst>
          </p:cNvPr>
          <p:cNvSpPr txBox="1"/>
          <p:nvPr/>
        </p:nvSpPr>
        <p:spPr>
          <a:xfrm>
            <a:off x="8213808" y="3320858"/>
            <a:ext cx="2451925" cy="292388"/>
          </a:xfrm>
          <a:prstGeom prst="rect">
            <a:avLst/>
          </a:prstGeom>
          <a:noFill/>
        </p:spPr>
        <p:txBody>
          <a:bodyPr wrap="square" rtlCol="0">
            <a:spAutoFit/>
          </a:bodyPr>
          <a:lstStyle/>
          <a:p>
            <a:r>
              <a:rPr lang="en-US" sz="1300" b="1"/>
              <a:t>Extended Master Template </a:t>
            </a:r>
          </a:p>
        </p:txBody>
      </p:sp>
      <p:graphicFrame>
        <p:nvGraphicFramePr>
          <p:cNvPr id="11" name="Table 10">
            <a:extLst>
              <a:ext uri="{FF2B5EF4-FFF2-40B4-BE49-F238E27FC236}">
                <a16:creationId xmlns:a16="http://schemas.microsoft.com/office/drawing/2014/main" id="{F224C862-3EBA-94E3-A743-E8557B71388D}"/>
              </a:ext>
            </a:extLst>
          </p:cNvPr>
          <p:cNvGraphicFramePr>
            <a:graphicFrameLocks noGrp="1"/>
          </p:cNvGraphicFramePr>
          <p:nvPr>
            <p:extLst>
              <p:ext uri="{D42A27DB-BD31-4B8C-83A1-F6EECF244321}">
                <p14:modId xmlns:p14="http://schemas.microsoft.com/office/powerpoint/2010/main" val="1910538305"/>
              </p:ext>
            </p:extLst>
          </p:nvPr>
        </p:nvGraphicFramePr>
        <p:xfrm>
          <a:off x="7255369" y="3925430"/>
          <a:ext cx="4368801" cy="1911632"/>
        </p:xfrm>
        <a:graphic>
          <a:graphicData uri="http://schemas.openxmlformats.org/drawingml/2006/table">
            <a:tbl>
              <a:tblPr firstRow="1" bandRow="1">
                <a:tableStyleId>{5C22544A-7EE6-4342-B048-85BDC9FD1C3A}</a:tableStyleId>
              </a:tblPr>
              <a:tblGrid>
                <a:gridCol w="4368801">
                  <a:extLst>
                    <a:ext uri="{9D8B030D-6E8A-4147-A177-3AD203B41FA5}">
                      <a16:colId xmlns:a16="http://schemas.microsoft.com/office/drawing/2014/main" val="4019456905"/>
                    </a:ext>
                  </a:extLst>
                </a:gridCol>
              </a:tblGrid>
              <a:tr h="477908">
                <a:tc>
                  <a:txBody>
                    <a:bodyPr/>
                    <a:lstStyle/>
                    <a:p>
                      <a:pPr algn="ctr"/>
                      <a:r>
                        <a:rPr lang="en-US" sz="1800"/>
                        <a:t>Case Studies</a:t>
                      </a:r>
                    </a:p>
                  </a:txBody>
                  <a:tcPr marL="78074" marR="78074" marT="39037" marB="39037"/>
                </a:tc>
                <a:extLst>
                  <a:ext uri="{0D108BD9-81ED-4DB2-BD59-A6C34878D82A}">
                    <a16:rowId xmlns:a16="http://schemas.microsoft.com/office/drawing/2014/main" val="247788004"/>
                  </a:ext>
                </a:extLst>
              </a:tr>
              <a:tr h="477908">
                <a:tc>
                  <a:txBody>
                    <a:bodyPr/>
                    <a:lstStyle/>
                    <a:p>
                      <a:r>
                        <a:rPr lang="en-US" sz="1500"/>
                        <a:t>Hiring Practices in Tech Companies</a:t>
                      </a:r>
                    </a:p>
                  </a:txBody>
                  <a:tcPr marL="78074" marR="78074" marT="39037" marB="39037"/>
                </a:tc>
                <a:extLst>
                  <a:ext uri="{0D108BD9-81ED-4DB2-BD59-A6C34878D82A}">
                    <a16:rowId xmlns:a16="http://schemas.microsoft.com/office/drawing/2014/main" val="2780945938"/>
                  </a:ext>
                </a:extLst>
              </a:tr>
              <a:tr h="477908">
                <a:tc>
                  <a:txBody>
                    <a:bodyPr/>
                    <a:lstStyle/>
                    <a:p>
                      <a:r>
                        <a:rPr lang="en-US" sz="1500" kern="1200">
                          <a:solidFill>
                            <a:schemeClr val="dk1"/>
                          </a:solidFill>
                          <a:latin typeface="+mn-lt"/>
                          <a:ea typeface="+mn-ea"/>
                          <a:cs typeface="+mn-cs"/>
                        </a:rPr>
                        <a:t>Loan Approval Systems in Financial Institutions</a:t>
                      </a:r>
                    </a:p>
                  </a:txBody>
                  <a:tcPr marL="78074" marR="78074" marT="39037" marB="39037"/>
                </a:tc>
                <a:extLst>
                  <a:ext uri="{0D108BD9-81ED-4DB2-BD59-A6C34878D82A}">
                    <a16:rowId xmlns:a16="http://schemas.microsoft.com/office/drawing/2014/main" val="3747193523"/>
                  </a:ext>
                </a:extLst>
              </a:tr>
              <a:tr h="477908">
                <a:tc>
                  <a:txBody>
                    <a:bodyPr/>
                    <a:lstStyle/>
                    <a:p>
                      <a:r>
                        <a:rPr lang="en-US" sz="1500" kern="1200">
                          <a:solidFill>
                            <a:schemeClr val="dk1"/>
                          </a:solidFill>
                          <a:latin typeface="+mn-lt"/>
                          <a:ea typeface="+mn-ea"/>
                          <a:cs typeface="+mn-cs"/>
                        </a:rPr>
                        <a:t>Online Advertising Algorithms</a:t>
                      </a:r>
                    </a:p>
                  </a:txBody>
                  <a:tcPr marL="78074" marR="78074" marT="39037" marB="39037"/>
                </a:tc>
                <a:extLst>
                  <a:ext uri="{0D108BD9-81ED-4DB2-BD59-A6C34878D82A}">
                    <a16:rowId xmlns:a16="http://schemas.microsoft.com/office/drawing/2014/main" val="30569480"/>
                  </a:ext>
                </a:extLst>
              </a:tr>
            </a:tbl>
          </a:graphicData>
        </a:graphic>
      </p:graphicFrame>
    </p:spTree>
    <p:extLst>
      <p:ext uri="{BB962C8B-B14F-4D97-AF65-F5344CB8AC3E}">
        <p14:creationId xmlns:p14="http://schemas.microsoft.com/office/powerpoint/2010/main" val="4285363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C292-10A5-DE96-B131-41C5AEE773FB}"/>
              </a:ext>
            </a:extLst>
          </p:cNvPr>
          <p:cNvSpPr>
            <a:spLocks noGrp="1"/>
          </p:cNvSpPr>
          <p:nvPr>
            <p:ph type="title"/>
          </p:nvPr>
        </p:nvSpPr>
        <p:spPr>
          <a:xfrm>
            <a:off x="4997865" y="2932483"/>
            <a:ext cx="2196269" cy="496517"/>
          </a:xfrm>
        </p:spPr>
        <p:txBody>
          <a:bodyPr/>
          <a:lstStyle/>
          <a:p>
            <a:r>
              <a:rPr lang="en-US"/>
              <a:t>Thank You</a:t>
            </a:r>
          </a:p>
        </p:txBody>
      </p:sp>
    </p:spTree>
    <p:extLst>
      <p:ext uri="{BB962C8B-B14F-4D97-AF65-F5344CB8AC3E}">
        <p14:creationId xmlns:p14="http://schemas.microsoft.com/office/powerpoint/2010/main" val="177690067"/>
      </p:ext>
    </p:extLst>
  </p:cSld>
  <p:clrMapOvr>
    <a:masterClrMapping/>
  </p:clrMapOvr>
</p:sld>
</file>

<file path=ppt/theme/theme1.xml><?xml version="1.0" encoding="utf-8"?>
<a:theme xmlns:a="http://schemas.openxmlformats.org/drawingml/2006/main" name="Inhaltsseiten">
  <a:themeElements>
    <a:clrScheme name="Benutzerdefiniert 2">
      <a:dk1>
        <a:srgbClr val="000000"/>
      </a:dk1>
      <a:lt1>
        <a:srgbClr val="FFFFFF"/>
      </a:lt1>
      <a:dk2>
        <a:srgbClr val="C61A27"/>
      </a:dk2>
      <a:lt2>
        <a:srgbClr val="FFFFFF"/>
      </a:lt2>
      <a:accent1>
        <a:srgbClr val="C61A27"/>
      </a:accent1>
      <a:accent2>
        <a:srgbClr val="004861"/>
      </a:accent2>
      <a:accent3>
        <a:srgbClr val="DD7522"/>
      </a:accent3>
      <a:accent4>
        <a:srgbClr val="793379"/>
      </a:accent4>
      <a:accent5>
        <a:srgbClr val="00978A"/>
      </a:accent5>
      <a:accent6>
        <a:srgbClr val="009BD6"/>
      </a:accent6>
      <a:hlink>
        <a:srgbClr val="C61A27"/>
      </a:hlink>
      <a:folHlink>
        <a:srgbClr val="83A0AF"/>
      </a:folHlink>
    </a:clrScheme>
    <a:fontScheme name="UniKo">
      <a:majorFont>
        <a:latin typeface="Open Sans Extra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BB77CC1A-D5A3-9645-9820-027963EB7484}"/>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seiten">
  <a:themeElements>
    <a:clrScheme name="Benutzerdefiniert 2">
      <a:dk1>
        <a:srgbClr val="000000"/>
      </a:dk1>
      <a:lt1>
        <a:srgbClr val="FFFFFF"/>
      </a:lt1>
      <a:dk2>
        <a:srgbClr val="C61A27"/>
      </a:dk2>
      <a:lt2>
        <a:srgbClr val="FFFFFF"/>
      </a:lt2>
      <a:accent1>
        <a:srgbClr val="C61A27"/>
      </a:accent1>
      <a:accent2>
        <a:srgbClr val="004861"/>
      </a:accent2>
      <a:accent3>
        <a:srgbClr val="DD7522"/>
      </a:accent3>
      <a:accent4>
        <a:srgbClr val="793379"/>
      </a:accent4>
      <a:accent5>
        <a:srgbClr val="00978A"/>
      </a:accent5>
      <a:accent6>
        <a:srgbClr val="009BD6"/>
      </a:accent6>
      <a:hlink>
        <a:srgbClr val="C61A27"/>
      </a:hlink>
      <a:folHlink>
        <a:srgbClr val="83A0A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52531FA7-68D1-7A46-AD72-A629FEAB1715}"/>
    </a:ext>
  </a:extLst>
</a:theme>
</file>

<file path=ppt/theme/theme4.xml><?xml version="1.0" encoding="utf-8"?>
<a:theme xmlns:a="http://schemas.openxmlformats.org/drawingml/2006/main" name="Hervorhebungen">
  <a:themeElements>
    <a:clrScheme name="Master Rot">
      <a:dk1>
        <a:srgbClr val="FFFFFF"/>
      </a:dk1>
      <a:lt1>
        <a:srgbClr val="FFFFFF"/>
      </a:lt1>
      <a:dk2>
        <a:srgbClr val="C61A27"/>
      </a:dk2>
      <a:lt2>
        <a:srgbClr val="C61A27"/>
      </a:lt2>
      <a:accent1>
        <a:srgbClr val="C51925"/>
      </a:accent1>
      <a:accent2>
        <a:srgbClr val="004861"/>
      </a:accent2>
      <a:accent3>
        <a:srgbClr val="DD7522"/>
      </a:accent3>
      <a:accent4>
        <a:srgbClr val="793379"/>
      </a:accent4>
      <a:accent5>
        <a:srgbClr val="00978A"/>
      </a:accent5>
      <a:accent6>
        <a:srgbClr val="009BD6"/>
      </a:accent6>
      <a:hlink>
        <a:srgbClr val="FFFFFF"/>
      </a:hlink>
      <a:folHlink>
        <a:srgbClr val="83A0AF"/>
      </a:folHlink>
    </a:clrScheme>
    <a:fontScheme name="UniKo">
      <a:majorFont>
        <a:latin typeface="Open Sans Extra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Koblenz_PowerPoint_16-9_la2a.potx" id="{905B87C7-3BD4-8748-BE4C-FD065813BF50}" vid="{16BA0F69-856A-6C4B-A30E-B2405E215914}"/>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e7239c3-8578-485a-b74b-80e812f8e49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9138303EEA2C40AA02ACC65BB24DFC" ma:contentTypeVersion="12" ma:contentTypeDescription="Create a new document." ma:contentTypeScope="" ma:versionID="3901019dee6dd8655f3c9f0b0140cff9">
  <xsd:schema xmlns:xsd="http://www.w3.org/2001/XMLSchema" xmlns:xs="http://www.w3.org/2001/XMLSchema" xmlns:p="http://schemas.microsoft.com/office/2006/metadata/properties" xmlns:ns3="7f944386-333e-46fa-a5b2-de0db57acb7c" xmlns:ns4="fe7239c3-8578-485a-b74b-80e812f8e494" targetNamespace="http://schemas.microsoft.com/office/2006/metadata/properties" ma:root="true" ma:fieldsID="97e7de50fc4ee7428c0a2a490877274d" ns3:_="" ns4:_="">
    <xsd:import namespace="7f944386-333e-46fa-a5b2-de0db57acb7c"/>
    <xsd:import namespace="fe7239c3-8578-485a-b74b-80e812f8e49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944386-333e-46fa-a5b2-de0db57acb7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239c3-8578-485a-b74b-80e812f8e49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E3E729-5775-45C6-833F-42FFD6A5CC26}">
  <ds:schemaRefs>
    <ds:schemaRef ds:uri="http://schemas.microsoft.com/sharepoint/v3/contenttype/forms"/>
  </ds:schemaRefs>
</ds:datastoreItem>
</file>

<file path=customXml/itemProps2.xml><?xml version="1.0" encoding="utf-8"?>
<ds:datastoreItem xmlns:ds="http://schemas.openxmlformats.org/officeDocument/2006/customXml" ds:itemID="{65143D0F-F057-4C34-BB11-7121B13A0495}">
  <ds:schemaRefs>
    <ds:schemaRef ds:uri="fe7239c3-8578-485a-b74b-80e812f8e494"/>
    <ds:schemaRef ds:uri="http://schemas.microsoft.com/office/2006/metadata/properties"/>
    <ds:schemaRef ds:uri="http://www.w3.org/2000/xmlns/"/>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B563670E-BF21-442E-9437-41DC6719B565}">
  <ds:schemaRefs>
    <ds:schemaRef ds:uri="7f944386-333e-46fa-a5b2-de0db57acb7c"/>
    <ds:schemaRef ds:uri="fe7239c3-8578-485a-b74b-80e812f8e494"/>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Inhaltsseiten</Template>
  <TotalTime>144</TotalTime>
  <Words>3130</Words>
  <Application>Microsoft Office PowerPoint</Application>
  <PresentationFormat>Widescreen</PresentationFormat>
  <Paragraphs>276</Paragraphs>
  <Slides>21</Slides>
  <Notes>10</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21</vt:i4>
      </vt:variant>
    </vt:vector>
  </HeadingPairs>
  <TitlesOfParts>
    <vt:vector size="36" baseType="lpstr">
      <vt:lpstr>Open Sans Semibold</vt:lpstr>
      <vt:lpstr>Aptos</vt:lpstr>
      <vt:lpstr>Wingdings</vt:lpstr>
      <vt:lpstr>Open Sans Extrabold</vt:lpstr>
      <vt:lpstr>Open Sans</vt:lpstr>
      <vt:lpstr>Times New Roman</vt:lpstr>
      <vt:lpstr>Söhne</vt:lpstr>
      <vt:lpstr>Calibri Light</vt:lpstr>
      <vt:lpstr>Open Sans Light</vt:lpstr>
      <vt:lpstr>Arial</vt:lpstr>
      <vt:lpstr>Calibri</vt:lpstr>
      <vt:lpstr>Inhaltsseiten</vt:lpstr>
      <vt:lpstr>Custom Design</vt:lpstr>
      <vt:lpstr>Titelseiten</vt:lpstr>
      <vt:lpstr>Hervorhebungen</vt:lpstr>
      <vt:lpstr>PowerPoint Presentation</vt:lpstr>
      <vt:lpstr>Content</vt:lpstr>
      <vt:lpstr>Introduction and Motivation </vt:lpstr>
      <vt:lpstr>State of the Art </vt:lpstr>
      <vt:lpstr>Why should fairness be considered in Requirements Engineering?</vt:lpstr>
      <vt:lpstr>Why should fairness be considered in Requirements Engineering?</vt:lpstr>
      <vt:lpstr>Why is specifying fairness requirements challenging? </vt:lpstr>
      <vt:lpstr>Why is specifying fairness requirements challenging? </vt:lpstr>
      <vt:lpstr>Research Questions </vt:lpstr>
      <vt:lpstr>Methodology (Completed)</vt:lpstr>
      <vt:lpstr>Systematic Literature Review </vt:lpstr>
      <vt:lpstr>Systematic Literature Review </vt:lpstr>
      <vt:lpstr>Systematic Literature Review </vt:lpstr>
      <vt:lpstr>Information Extraction  </vt:lpstr>
      <vt:lpstr>Glossary </vt:lpstr>
      <vt:lpstr>Glossary </vt:lpstr>
      <vt:lpstr>Methodology (Completed)</vt:lpstr>
      <vt:lpstr>Conceptual Model </vt:lpstr>
      <vt:lpstr>Methodology (To do)</vt:lpstr>
      <vt:lpstr>Methodology (To do)</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Demonstrating the Eclipse Dataspace Connector</dc:title>
  <dc:subject/>
  <dc:creator>Rahul Thiruvengadam</dc:creator>
  <cp:keywords/>
  <dc:description/>
  <cp:lastModifiedBy>Rahul Thiruvengadam</cp:lastModifiedBy>
  <cp:revision>7</cp:revision>
  <cp:lastPrinted>2023-02-05T21:23:04Z</cp:lastPrinted>
  <dcterms:created xsi:type="dcterms:W3CDTF">2023-02-02T16:25:27Z</dcterms:created>
  <dcterms:modified xsi:type="dcterms:W3CDTF">2024-07-09T08:19:31Z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0x010100759138303EEA2C40AA02ACC65BB24DFC</vt:lpwstr>
  </property>
</Properties>
</file>